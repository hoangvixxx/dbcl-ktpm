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9" r:id="rId3"/>
    <p:sldId id="306" r:id="rId4"/>
    <p:sldId id="308" r:id="rId5"/>
    <p:sldId id="297" r:id="rId6"/>
    <p:sldId id="310" r:id="rId7"/>
    <p:sldId id="311" r:id="rId8"/>
    <p:sldId id="312" r:id="rId9"/>
    <p:sldId id="266" r:id="rId10"/>
  </p:sldIdLst>
  <p:sldSz cx="9144000" cy="5143500" type="screen16x9"/>
  <p:notesSz cx="6858000" cy="9144000"/>
  <p:embeddedFontLst>
    <p:embeddedFont>
      <p:font typeface="Epilogue" panose="020B0604020202020204" charset="0"/>
      <p:regular r:id="rId12"/>
    </p:embeddedFont>
    <p:embeddedFont>
      <p:font typeface="Lato" panose="020F0502020204030203" pitchFamily="34" charset="0"/>
      <p:regular r:id="rId13"/>
      <p:bold r:id="rId14"/>
      <p:italic r:id="rId15"/>
      <p:boldItalic r:id="rId16"/>
    </p:embeddedFont>
    <p:embeddedFont>
      <p:font typeface="Nunito Light" pitchFamily="2" charset="0"/>
      <p:regular r:id="rId17"/>
      <p:italic r:id="rId18"/>
    </p:embeddedFont>
    <p:embeddedFont>
      <p:font typeface="Open Sans" panose="020B0606030504020204" pitchFamily="34" charset="0"/>
      <p:regular r:id="rId19"/>
      <p:bold r:id="rId20"/>
      <p:italic r:id="rId21"/>
      <p:boldItalic r:id="rId22"/>
    </p:embeddedFont>
    <p:embeddedFont>
      <p:font typeface="PT Sans" panose="020B0503020203020204" pitchFamily="34" charset="0"/>
      <p:regular r:id="rId23"/>
      <p:bold r:id="rId24"/>
      <p:italic r:id="rId25"/>
      <p:boldItalic r:id="rId26"/>
    </p:embeddedFont>
    <p:embeddedFont>
      <p:font typeface="Raleway"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panose="020F0502020204030203"/>
                <a:ea typeface="Lato" panose="020F0502020204030203"/>
                <a:cs typeface="Lato" panose="020F0502020204030203"/>
                <a:sym typeface="Lato" panose="020F0502020204030203"/>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047175" y="2571975"/>
            <a:ext cx="43836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4047175" y="1321975"/>
            <a:ext cx="1235700" cy="841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a:spLocks noGrp="1"/>
          </p:cNvSpPr>
          <p:nvPr>
            <p:ph type="pic" idx="3"/>
          </p:nvPr>
        </p:nvSpPr>
        <p:spPr>
          <a:xfrm>
            <a:off x="484625" y="1076550"/>
            <a:ext cx="2990400" cy="2990400"/>
          </a:xfrm>
          <a:prstGeom prst="roundRect">
            <a:avLst>
              <a:gd name="adj" fmla="val 16667"/>
            </a:avLst>
          </a:prstGeom>
          <a:noFill/>
          <a:ln>
            <a:noFill/>
          </a:ln>
        </p:spPr>
      </p:sp>
      <p:sp>
        <p:nvSpPr>
          <p:cNvPr id="17" name="Google Shape;17;p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3" name="Google Shape;23;p4"/>
          <p:cNvSpPr/>
          <p:nvPr/>
        </p:nvSpPr>
        <p:spPr>
          <a:xfrm rot="-4014673" flipH="1">
            <a:off x="-1798429" y="-1029372"/>
            <a:ext cx="3158476" cy="250963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flipH="1">
            <a:off x="8355841" y="2667287"/>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5" name="Google Shape;25;p4"/>
          <p:cNvGrpSpPr/>
          <p:nvPr/>
        </p:nvGrpSpPr>
        <p:grpSpPr>
          <a:xfrm flipH="1">
            <a:off x="8380540" y="1729933"/>
            <a:ext cx="668783" cy="959747"/>
            <a:chOff x="10519314" y="4728596"/>
            <a:chExt cx="751780" cy="1078731"/>
          </a:xfrm>
        </p:grpSpPr>
        <p:grpSp>
          <p:nvGrpSpPr>
            <p:cNvPr id="26" name="Google Shape;26;p4"/>
            <p:cNvGrpSpPr/>
            <p:nvPr/>
          </p:nvGrpSpPr>
          <p:grpSpPr>
            <a:xfrm>
              <a:off x="10519314" y="4728596"/>
              <a:ext cx="626662" cy="1078731"/>
              <a:chOff x="10519314" y="4728596"/>
              <a:chExt cx="626662" cy="1078731"/>
            </a:xfrm>
          </p:grpSpPr>
          <p:grpSp>
            <p:nvGrpSpPr>
              <p:cNvPr id="27" name="Google Shape;27;p4"/>
              <p:cNvGrpSpPr/>
              <p:nvPr/>
            </p:nvGrpSpPr>
            <p:grpSpPr>
              <a:xfrm>
                <a:off x="10903220" y="4888205"/>
                <a:ext cx="242756" cy="919122"/>
                <a:chOff x="10903220" y="4888205"/>
                <a:chExt cx="242756" cy="919122"/>
              </a:xfrm>
            </p:grpSpPr>
            <p:sp>
              <p:nvSpPr>
                <p:cNvPr id="28" name="Google Shape;28;p4"/>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4"/>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 name="Google Shape;30;p4"/>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1" name="Google Shape;31;p4"/>
                <p:cNvGrpSpPr/>
                <p:nvPr/>
              </p:nvGrpSpPr>
              <p:grpSpPr>
                <a:xfrm>
                  <a:off x="11014221" y="5588618"/>
                  <a:ext cx="100021" cy="114784"/>
                  <a:chOff x="11014221" y="5588618"/>
                  <a:chExt cx="100021" cy="114784"/>
                </a:xfrm>
              </p:grpSpPr>
              <p:sp>
                <p:nvSpPr>
                  <p:cNvPr id="32" name="Google Shape;32;p4"/>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Google Shape;33;p4"/>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4" name="Google Shape;34;p4"/>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5" name="Google Shape;35;p4"/>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36" name="Google Shape;36;p4"/>
              <p:cNvGrpSpPr/>
              <p:nvPr/>
            </p:nvGrpSpPr>
            <p:grpSpPr>
              <a:xfrm>
                <a:off x="10718623" y="4728596"/>
                <a:ext cx="229169" cy="1075979"/>
                <a:chOff x="10718623" y="4728596"/>
                <a:chExt cx="229169" cy="1075979"/>
              </a:xfrm>
            </p:grpSpPr>
            <p:sp>
              <p:nvSpPr>
                <p:cNvPr id="37" name="Google Shape;37;p4"/>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Google Shape;38;p4"/>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9" name="Google Shape;39;p4"/>
                <p:cNvGrpSpPr/>
                <p:nvPr/>
              </p:nvGrpSpPr>
              <p:grpSpPr>
                <a:xfrm>
                  <a:off x="10765015" y="5040134"/>
                  <a:ext cx="116314" cy="49775"/>
                  <a:chOff x="10765015" y="5040134"/>
                  <a:chExt cx="116314" cy="49775"/>
                </a:xfrm>
              </p:grpSpPr>
              <p:sp>
                <p:nvSpPr>
                  <p:cNvPr id="40" name="Google Shape;40;p4"/>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 name="Google Shape;41;p4"/>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2" name="Google Shape;42;p4"/>
                <p:cNvGrpSpPr/>
                <p:nvPr/>
              </p:nvGrpSpPr>
              <p:grpSpPr>
                <a:xfrm>
                  <a:off x="10784825" y="5436314"/>
                  <a:ext cx="116414" cy="49961"/>
                  <a:chOff x="10784825" y="5436314"/>
                  <a:chExt cx="116414" cy="49961"/>
                </a:xfrm>
              </p:grpSpPr>
              <p:sp>
                <p:nvSpPr>
                  <p:cNvPr id="43" name="Google Shape;43;p4"/>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 name="Google Shape;44;p4"/>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5" name="Google Shape;45;p4"/>
              <p:cNvGrpSpPr/>
              <p:nvPr/>
            </p:nvGrpSpPr>
            <p:grpSpPr>
              <a:xfrm>
                <a:off x="10519314" y="4813458"/>
                <a:ext cx="202120" cy="992123"/>
                <a:chOff x="10519314" y="4813458"/>
                <a:chExt cx="202120" cy="992123"/>
              </a:xfrm>
            </p:grpSpPr>
            <p:sp>
              <p:nvSpPr>
                <p:cNvPr id="46" name="Google Shape;46;p4"/>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7" name="Google Shape;47;p4"/>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8" name="Google Shape;48;p4"/>
                <p:cNvGrpSpPr/>
                <p:nvPr/>
              </p:nvGrpSpPr>
              <p:grpSpPr>
                <a:xfrm>
                  <a:off x="10556176" y="5465730"/>
                  <a:ext cx="128397" cy="44196"/>
                  <a:chOff x="10556176" y="5465730"/>
                  <a:chExt cx="128397" cy="44196"/>
                </a:xfrm>
              </p:grpSpPr>
              <p:sp>
                <p:nvSpPr>
                  <p:cNvPr id="49" name="Google Shape;49;p4"/>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0" name="Google Shape;50;p4"/>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1" name="Google Shape;51;p4"/>
                <p:cNvGrpSpPr/>
                <p:nvPr/>
              </p:nvGrpSpPr>
              <p:grpSpPr>
                <a:xfrm>
                  <a:off x="10556176" y="5689187"/>
                  <a:ext cx="128397" cy="44196"/>
                  <a:chOff x="10556176" y="5689187"/>
                  <a:chExt cx="128397" cy="44196"/>
                </a:xfrm>
              </p:grpSpPr>
              <p:sp>
                <p:nvSpPr>
                  <p:cNvPr id="52" name="Google Shape;52;p4"/>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3" name="Google Shape;53;p4"/>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nvGrpSpPr>
            <p:cNvPr id="54" name="Google Shape;54;p4"/>
            <p:cNvGrpSpPr/>
            <p:nvPr/>
          </p:nvGrpSpPr>
          <p:grpSpPr>
            <a:xfrm>
              <a:off x="11058042" y="5088325"/>
              <a:ext cx="213052" cy="717953"/>
              <a:chOff x="11058042" y="5088325"/>
              <a:chExt cx="213052" cy="717953"/>
            </a:xfrm>
          </p:grpSpPr>
          <p:sp>
            <p:nvSpPr>
              <p:cNvPr id="55" name="Google Shape;55;p4"/>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 name="Google Shape;56;p4"/>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57" name="Google Shape;57;p4"/>
          <p:cNvGrpSpPr/>
          <p:nvPr/>
        </p:nvGrpSpPr>
        <p:grpSpPr>
          <a:xfrm flipH="1">
            <a:off x="8485925" y="662239"/>
            <a:ext cx="516117" cy="779220"/>
            <a:chOff x="10572463" y="3528536"/>
            <a:chExt cx="580168" cy="875823"/>
          </a:xfrm>
        </p:grpSpPr>
        <p:grpSp>
          <p:nvGrpSpPr>
            <p:cNvPr id="58" name="Google Shape;58;p4"/>
            <p:cNvGrpSpPr/>
            <p:nvPr/>
          </p:nvGrpSpPr>
          <p:grpSpPr>
            <a:xfrm>
              <a:off x="10713815" y="3528536"/>
              <a:ext cx="438816" cy="746664"/>
              <a:chOff x="10713815" y="3528536"/>
              <a:chExt cx="438816" cy="746664"/>
            </a:xfrm>
          </p:grpSpPr>
          <p:sp>
            <p:nvSpPr>
              <p:cNvPr id="59" name="Google Shape;59;p4"/>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0" name="Google Shape;60;p4"/>
              <p:cNvGrpSpPr/>
              <p:nvPr/>
            </p:nvGrpSpPr>
            <p:grpSpPr>
              <a:xfrm>
                <a:off x="10776489" y="3625310"/>
                <a:ext cx="313848" cy="288226"/>
                <a:chOff x="10776489" y="3625310"/>
                <a:chExt cx="313848" cy="288226"/>
              </a:xfrm>
            </p:grpSpPr>
            <p:sp>
              <p:nvSpPr>
                <p:cNvPr id="61" name="Google Shape;61;p4"/>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2" name="Google Shape;62;p4"/>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3" name="Google Shape;63;p4"/>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4" name="Google Shape;64;p4"/>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5" name="Google Shape;65;p4"/>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 name="Google Shape;66;p4"/>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7" name="Google Shape;67;p4"/>
              <p:cNvGrpSpPr/>
              <p:nvPr/>
            </p:nvGrpSpPr>
            <p:grpSpPr>
              <a:xfrm>
                <a:off x="10776489" y="3999547"/>
                <a:ext cx="313848" cy="181546"/>
                <a:chOff x="10776489" y="3999547"/>
                <a:chExt cx="313848" cy="181546"/>
              </a:xfrm>
            </p:grpSpPr>
            <p:sp>
              <p:nvSpPr>
                <p:cNvPr id="68" name="Google Shape;68;p4"/>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 name="Google Shape;69;p4"/>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 name="Google Shape;70;p4"/>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1" name="Google Shape;71;p4"/>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72" name="Google Shape;72;p4"/>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3" name="Google Shape;73;p4"/>
            <p:cNvGrpSpPr/>
            <p:nvPr/>
          </p:nvGrpSpPr>
          <p:grpSpPr>
            <a:xfrm>
              <a:off x="10572463" y="3657790"/>
              <a:ext cx="438817" cy="746569"/>
              <a:chOff x="10572463" y="3657790"/>
              <a:chExt cx="438817" cy="746569"/>
            </a:xfrm>
          </p:grpSpPr>
          <p:sp>
            <p:nvSpPr>
              <p:cNvPr id="74" name="Google Shape;74;p4"/>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5" name="Google Shape;75;p4"/>
              <p:cNvGrpSpPr/>
              <p:nvPr/>
            </p:nvGrpSpPr>
            <p:grpSpPr>
              <a:xfrm>
                <a:off x="10635138" y="3754469"/>
                <a:ext cx="313848" cy="288321"/>
                <a:chOff x="10635138" y="3754469"/>
                <a:chExt cx="313848" cy="288321"/>
              </a:xfrm>
            </p:grpSpPr>
            <p:sp>
              <p:nvSpPr>
                <p:cNvPr id="76" name="Google Shape;76;p4"/>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 name="Google Shape;77;p4"/>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 name="Google Shape;78;p4"/>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 name="Google Shape;79;p4"/>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 name="Google Shape;80;p4"/>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 name="Google Shape;81;p4"/>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2" name="Google Shape;82;p4"/>
              <p:cNvGrpSpPr/>
              <p:nvPr/>
            </p:nvGrpSpPr>
            <p:grpSpPr>
              <a:xfrm>
                <a:off x="10635138" y="4128801"/>
                <a:ext cx="313848" cy="181547"/>
                <a:chOff x="10635138" y="4128801"/>
                <a:chExt cx="313848" cy="181547"/>
              </a:xfrm>
            </p:grpSpPr>
            <p:sp>
              <p:nvSpPr>
                <p:cNvPr id="83" name="Google Shape;83;p4"/>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 name="Google Shape;84;p4"/>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 name="Google Shape;85;p4"/>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 name="Google Shape;86;p4"/>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87" name="Google Shape;87;p4"/>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88" name="Google Shape;88;p4"/>
          <p:cNvGrpSpPr/>
          <p:nvPr/>
        </p:nvGrpSpPr>
        <p:grpSpPr>
          <a:xfrm flipH="1">
            <a:off x="8768853" y="1439765"/>
            <a:ext cx="22030" cy="294484"/>
            <a:chOff x="10809827" y="4402455"/>
            <a:chExt cx="24764" cy="330993"/>
          </a:xfrm>
        </p:grpSpPr>
        <p:sp>
          <p:nvSpPr>
            <p:cNvPr id="89" name="Google Shape;89;p4"/>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0" name="Google Shape;90;p4"/>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 name="Google Shape;91;p4"/>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92" name="Google Shape;92;p4"/>
          <p:cNvSpPr/>
          <p:nvPr/>
        </p:nvSpPr>
        <p:spPr>
          <a:xfrm rot="8662747" flipH="1">
            <a:off x="7370974" y="4168319"/>
            <a:ext cx="2746019" cy="19216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4"/>
          <p:cNvGrpSpPr/>
          <p:nvPr/>
        </p:nvGrpSpPr>
        <p:grpSpPr>
          <a:xfrm flipH="1">
            <a:off x="122956" y="4228558"/>
            <a:ext cx="829992" cy="750888"/>
            <a:chOff x="8114596" y="445039"/>
            <a:chExt cx="633002" cy="572716"/>
          </a:xfrm>
        </p:grpSpPr>
        <p:grpSp>
          <p:nvGrpSpPr>
            <p:cNvPr id="94" name="Google Shape;94;p4"/>
            <p:cNvGrpSpPr/>
            <p:nvPr/>
          </p:nvGrpSpPr>
          <p:grpSpPr>
            <a:xfrm>
              <a:off x="8114596" y="445039"/>
              <a:ext cx="633002" cy="572716"/>
              <a:chOff x="7189660" y="520827"/>
              <a:chExt cx="598074" cy="541115"/>
            </a:xfrm>
          </p:grpSpPr>
          <p:sp>
            <p:nvSpPr>
              <p:cNvPr id="95" name="Google Shape;95;p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6" name="Google Shape;96;p4"/>
              <p:cNvGrpSpPr/>
              <p:nvPr/>
            </p:nvGrpSpPr>
            <p:grpSpPr>
              <a:xfrm>
                <a:off x="7579137" y="551973"/>
                <a:ext cx="164782" cy="41529"/>
                <a:chOff x="7579137" y="551973"/>
                <a:chExt cx="164782" cy="41529"/>
              </a:xfrm>
            </p:grpSpPr>
            <p:sp>
              <p:nvSpPr>
                <p:cNvPr id="97" name="Google Shape;97;p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 name="Google Shape;98;p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 name="Google Shape;99;p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00" name="Google Shape;100;p4"/>
            <p:cNvGrpSpPr/>
            <p:nvPr/>
          </p:nvGrpSpPr>
          <p:grpSpPr>
            <a:xfrm>
              <a:off x="8184962" y="619646"/>
              <a:ext cx="498115" cy="257273"/>
              <a:chOff x="7256144" y="685800"/>
              <a:chExt cx="470630" cy="243077"/>
            </a:xfrm>
          </p:grpSpPr>
          <p:sp>
            <p:nvSpPr>
              <p:cNvPr id="101" name="Google Shape;101;p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2" name="Google Shape;102;p4"/>
              <p:cNvGrpSpPr/>
              <p:nvPr/>
            </p:nvGrpSpPr>
            <p:grpSpPr>
              <a:xfrm>
                <a:off x="7512843" y="685800"/>
                <a:ext cx="213931" cy="243077"/>
                <a:chOff x="7512843" y="685800"/>
                <a:chExt cx="213931" cy="243077"/>
              </a:xfrm>
            </p:grpSpPr>
            <p:grpSp>
              <p:nvGrpSpPr>
                <p:cNvPr id="103" name="Google Shape;103;p4"/>
                <p:cNvGrpSpPr/>
                <p:nvPr/>
              </p:nvGrpSpPr>
              <p:grpSpPr>
                <a:xfrm>
                  <a:off x="7512843" y="836580"/>
                  <a:ext cx="213931" cy="92297"/>
                  <a:chOff x="7512843" y="836580"/>
                  <a:chExt cx="213931" cy="92297"/>
                </a:xfrm>
              </p:grpSpPr>
              <p:sp>
                <p:nvSpPr>
                  <p:cNvPr id="104" name="Google Shape;104;p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5" name="Google Shape;105;p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6" name="Google Shape;106;p4"/>
                <p:cNvGrpSpPr/>
                <p:nvPr/>
              </p:nvGrpSpPr>
              <p:grpSpPr>
                <a:xfrm>
                  <a:off x="7512843" y="761238"/>
                  <a:ext cx="213931" cy="92296"/>
                  <a:chOff x="7512843" y="761238"/>
                  <a:chExt cx="213931" cy="92296"/>
                </a:xfrm>
              </p:grpSpPr>
              <p:sp>
                <p:nvSpPr>
                  <p:cNvPr id="107" name="Google Shape;107;p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8" name="Google Shape;108;p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9" name="Google Shape;109;p4"/>
                <p:cNvGrpSpPr/>
                <p:nvPr/>
              </p:nvGrpSpPr>
              <p:grpSpPr>
                <a:xfrm>
                  <a:off x="7512843" y="685800"/>
                  <a:ext cx="213931" cy="92297"/>
                  <a:chOff x="7512843" y="685800"/>
                  <a:chExt cx="213931" cy="92297"/>
                </a:xfrm>
              </p:grpSpPr>
              <p:sp>
                <p:nvSpPr>
                  <p:cNvPr id="110" name="Google Shape;110;p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1" name="Google Shape;111;p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 name="Google Shape;114;p5"/>
          <p:cNvSpPr txBox="1">
            <a:spLocks noGrp="1"/>
          </p:cNvSpPr>
          <p:nvPr>
            <p:ph type="subTitle" idx="1"/>
          </p:nvPr>
        </p:nvSpPr>
        <p:spPr>
          <a:xfrm>
            <a:off x="4679150"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5"/>
          <p:cNvSpPr txBox="1">
            <a:spLocks noGrp="1"/>
          </p:cNvSpPr>
          <p:nvPr>
            <p:ph type="subTitle" idx="2"/>
          </p:nvPr>
        </p:nvSpPr>
        <p:spPr>
          <a:xfrm>
            <a:off x="1080525"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3"/>
          </p:nvPr>
        </p:nvSpPr>
        <p:spPr>
          <a:xfrm>
            <a:off x="1080536"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7" name="Google Shape;117;p5"/>
          <p:cNvSpPr txBox="1">
            <a:spLocks noGrp="1"/>
          </p:cNvSpPr>
          <p:nvPr>
            <p:ph type="subTitle" idx="4"/>
          </p:nvPr>
        </p:nvSpPr>
        <p:spPr>
          <a:xfrm>
            <a:off x="4679164"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8" name="Google Shape;118;p5"/>
          <p:cNvSpPr/>
          <p:nvPr/>
        </p:nvSpPr>
        <p:spPr>
          <a:xfrm rot="5551952">
            <a:off x="-721531" y="4084618"/>
            <a:ext cx="2053998" cy="17652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460685">
            <a:off x="-850641" y="-888875"/>
            <a:ext cx="2082611" cy="168399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3259731">
            <a:off x="7063135" y="-804478"/>
            <a:ext cx="3168421" cy="25619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3" name="Google Shape;123;p6"/>
          <p:cNvSpPr/>
          <p:nvPr/>
        </p:nvSpPr>
        <p:spPr>
          <a:xfrm rot="-9076707">
            <a:off x="85462" y="-755109"/>
            <a:ext cx="1683799" cy="1313891"/>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6"/>
          <p:cNvGrpSpPr/>
          <p:nvPr/>
        </p:nvGrpSpPr>
        <p:grpSpPr>
          <a:xfrm>
            <a:off x="6779278" y="192982"/>
            <a:ext cx="2107998" cy="297419"/>
            <a:chOff x="6108096" y="3265836"/>
            <a:chExt cx="1633727" cy="230504"/>
          </a:xfrm>
        </p:grpSpPr>
        <p:sp>
          <p:nvSpPr>
            <p:cNvPr id="125" name="Google Shape;125;p6"/>
            <p:cNvSpPr/>
            <p:nvPr/>
          </p:nvSpPr>
          <p:spPr>
            <a:xfrm>
              <a:off x="6108096" y="3265836"/>
              <a:ext cx="1633727" cy="230504"/>
            </a:xfrm>
            <a:custGeom>
              <a:avLst/>
              <a:gdLst/>
              <a:ahLst/>
              <a:cxnLst/>
              <a:rect l="l" t="t" r="r" b="b"/>
              <a:pathLst>
                <a:path w="1633727" h="230504" extrusionOk="0">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6" name="Google Shape;126;p6"/>
            <p:cNvSpPr/>
            <p:nvPr/>
          </p:nvSpPr>
          <p:spPr>
            <a:xfrm>
              <a:off x="7528381" y="3292292"/>
              <a:ext cx="166485" cy="165854"/>
            </a:xfrm>
            <a:custGeom>
              <a:avLst/>
              <a:gdLst/>
              <a:ahLst/>
              <a:cxnLst/>
              <a:rect l="l" t="t" r="r" b="b"/>
              <a:pathLst>
                <a:path w="166485" h="165854" extrusionOk="0">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 name="Google Shape;127;p6"/>
            <p:cNvSpPr/>
            <p:nvPr/>
          </p:nvSpPr>
          <p:spPr>
            <a:xfrm>
              <a:off x="7475124" y="3290220"/>
              <a:ext cx="7620" cy="174307"/>
            </a:xfrm>
            <a:custGeom>
              <a:avLst/>
              <a:gdLst/>
              <a:ahLst/>
              <a:cxnLst/>
              <a:rect l="l" t="t" r="r" b="b"/>
              <a:pathLst>
                <a:path w="7620" h="174307" extrusionOk="0">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28" name="Google Shape;128;p6"/>
          <p:cNvSpPr/>
          <p:nvPr/>
        </p:nvSpPr>
        <p:spPr>
          <a:xfrm rot="532502" flipH="1">
            <a:off x="-514115" y="4385276"/>
            <a:ext cx="1514959" cy="122499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6"/>
          <p:cNvGrpSpPr/>
          <p:nvPr/>
        </p:nvGrpSpPr>
        <p:grpSpPr>
          <a:xfrm>
            <a:off x="-148774" y="4544215"/>
            <a:ext cx="784225" cy="584398"/>
            <a:chOff x="1914620" y="1930431"/>
            <a:chExt cx="572929" cy="426911"/>
          </a:xfrm>
        </p:grpSpPr>
        <p:grpSp>
          <p:nvGrpSpPr>
            <p:cNvPr id="130" name="Google Shape;130;p6"/>
            <p:cNvGrpSpPr/>
            <p:nvPr/>
          </p:nvGrpSpPr>
          <p:grpSpPr>
            <a:xfrm>
              <a:off x="1914620" y="1930431"/>
              <a:ext cx="572929" cy="426911"/>
              <a:chOff x="1914620" y="1930431"/>
              <a:chExt cx="572929" cy="426911"/>
            </a:xfrm>
          </p:grpSpPr>
          <p:sp>
            <p:nvSpPr>
              <p:cNvPr id="131" name="Google Shape;131;p6"/>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2" name="Google Shape;132;p6"/>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3" name="Google Shape;133;p6"/>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34" name="Google Shape;134;p6"/>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35" name="Google Shape;135;p6"/>
          <p:cNvSpPr/>
          <p:nvPr/>
        </p:nvSpPr>
        <p:spPr>
          <a:xfrm rot="5844200">
            <a:off x="8030548" y="2339312"/>
            <a:ext cx="2404301" cy="131859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1"/>
        <p:cNvGrpSpPr/>
        <p:nvPr/>
      </p:nvGrpSpPr>
      <p:grpSpPr>
        <a:xfrm>
          <a:off x="0" y="0"/>
          <a:ext cx="0" cy="0"/>
          <a:chOff x="0" y="0"/>
          <a:chExt cx="0" cy="0"/>
        </a:xfrm>
      </p:grpSpPr>
      <p:sp>
        <p:nvSpPr>
          <p:cNvPr id="162" name="Google Shape;162;p11"/>
          <p:cNvSpPr txBox="1">
            <a:spLocks noGrp="1"/>
          </p:cNvSpPr>
          <p:nvPr>
            <p:ph type="title" hasCustomPrompt="1"/>
          </p:nvPr>
        </p:nvSpPr>
        <p:spPr>
          <a:xfrm>
            <a:off x="713225" y="1477363"/>
            <a:ext cx="6576000" cy="1526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3" name="Google Shape;163;p11"/>
          <p:cNvSpPr txBox="1">
            <a:spLocks noGrp="1"/>
          </p:cNvSpPr>
          <p:nvPr>
            <p:ph type="subTitle" idx="1"/>
          </p:nvPr>
        </p:nvSpPr>
        <p:spPr>
          <a:xfrm>
            <a:off x="713225" y="3169038"/>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4" name="Google Shape;164;p11"/>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11"/>
          <p:cNvGrpSpPr/>
          <p:nvPr/>
        </p:nvGrpSpPr>
        <p:grpSpPr>
          <a:xfrm>
            <a:off x="7441503" y="289852"/>
            <a:ext cx="1366913" cy="1382099"/>
            <a:chOff x="6568493" y="8"/>
            <a:chExt cx="1820608" cy="1840590"/>
          </a:xfrm>
        </p:grpSpPr>
        <p:sp>
          <p:nvSpPr>
            <p:cNvPr id="169" name="Google Shape;169;p11"/>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0" name="Google Shape;170;p11"/>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71" name="Google Shape;171;p11"/>
            <p:cNvGrpSpPr/>
            <p:nvPr/>
          </p:nvGrpSpPr>
          <p:grpSpPr>
            <a:xfrm>
              <a:off x="6568493" y="84720"/>
              <a:ext cx="1649109" cy="1669065"/>
              <a:chOff x="8921020" y="472154"/>
              <a:chExt cx="1959958" cy="1983676"/>
            </a:xfrm>
          </p:grpSpPr>
          <p:sp>
            <p:nvSpPr>
              <p:cNvPr id="172" name="Google Shape;172;p11"/>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3" name="Google Shape;173;p11"/>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74" name="Google Shape;174;p11"/>
              <p:cNvGrpSpPr/>
              <p:nvPr/>
            </p:nvGrpSpPr>
            <p:grpSpPr>
              <a:xfrm>
                <a:off x="9011888" y="537781"/>
                <a:ext cx="255174" cy="64389"/>
                <a:chOff x="9011888" y="537781"/>
                <a:chExt cx="255174" cy="64389"/>
              </a:xfrm>
            </p:grpSpPr>
            <p:sp>
              <p:nvSpPr>
                <p:cNvPr id="175" name="Google Shape;175;p11"/>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6" name="Google Shape;176;p11"/>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7" name="Google Shape;177;p11"/>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78" name="Google Shape;178;p11"/>
            <p:cNvGrpSpPr/>
            <p:nvPr/>
          </p:nvGrpSpPr>
          <p:grpSpPr>
            <a:xfrm>
              <a:off x="6795939" y="406335"/>
              <a:ext cx="1194216" cy="1228757"/>
              <a:chOff x="9191339" y="854392"/>
              <a:chExt cx="1419320" cy="1460372"/>
            </a:xfrm>
          </p:grpSpPr>
          <p:grpSp>
            <p:nvGrpSpPr>
              <p:cNvPr id="179" name="Google Shape;179;p11"/>
              <p:cNvGrpSpPr/>
              <p:nvPr/>
            </p:nvGrpSpPr>
            <p:grpSpPr>
              <a:xfrm>
                <a:off x="9191339" y="1884045"/>
                <a:ext cx="604932" cy="420243"/>
                <a:chOff x="9191339" y="1884045"/>
                <a:chExt cx="604932" cy="420243"/>
              </a:xfrm>
            </p:grpSpPr>
            <p:sp>
              <p:nvSpPr>
                <p:cNvPr id="180" name="Google Shape;180;p11"/>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1" name="Google Shape;181;p11"/>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2" name="Google Shape;182;p11"/>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3" name="Google Shape;183;p11"/>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4" name="Google Shape;184;p11"/>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5" name="Google Shape;185;p11"/>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6" name="Google Shape;186;p11"/>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7" name="Google Shape;187;p11"/>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8" name="Google Shape;188;p11"/>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9" name="Google Shape;189;p11"/>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90" name="Google Shape;190;p11"/>
              <p:cNvGrpSpPr/>
              <p:nvPr/>
            </p:nvGrpSpPr>
            <p:grpSpPr>
              <a:xfrm>
                <a:off x="10004774" y="854392"/>
                <a:ext cx="604932" cy="420243"/>
                <a:chOff x="10004774" y="854392"/>
                <a:chExt cx="604932" cy="420243"/>
              </a:xfrm>
            </p:grpSpPr>
            <p:sp>
              <p:nvSpPr>
                <p:cNvPr id="191" name="Google Shape;191;p11"/>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2" name="Google Shape;192;p11"/>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3" name="Google Shape;193;p11"/>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4" name="Google Shape;194;p11"/>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5" name="Google Shape;195;p11"/>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6" name="Google Shape;196;p11"/>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7" name="Google Shape;197;p11"/>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8" name="Google Shape;198;p11"/>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9" name="Google Shape;199;p11"/>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0" name="Google Shape;200;p11"/>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01" name="Google Shape;201;p11"/>
              <p:cNvGrpSpPr/>
              <p:nvPr/>
            </p:nvGrpSpPr>
            <p:grpSpPr>
              <a:xfrm>
                <a:off x="10004774" y="1374362"/>
                <a:ext cx="604932" cy="303466"/>
                <a:chOff x="10004774" y="1374362"/>
                <a:chExt cx="604932" cy="303466"/>
              </a:xfrm>
            </p:grpSpPr>
            <p:sp>
              <p:nvSpPr>
                <p:cNvPr id="202" name="Google Shape;202;p11"/>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3" name="Google Shape;203;p11"/>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4" name="Google Shape;204;p11"/>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5" name="Google Shape;205;p11"/>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6" name="Google Shape;206;p11"/>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7" name="Google Shape;207;p11"/>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8" name="Google Shape;208;p11"/>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9" name="Google Shape;209;p11"/>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210" name="Google Shape;210;p11"/>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1" name="Google Shape;211;p11"/>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12" name="Google Shape;212;p11"/>
            <p:cNvGrpSpPr/>
            <p:nvPr/>
          </p:nvGrpSpPr>
          <p:grpSpPr>
            <a:xfrm>
              <a:off x="6717319" y="354723"/>
              <a:ext cx="656533" cy="799751"/>
              <a:chOff x="9097899" y="793051"/>
              <a:chExt cx="780287" cy="950500"/>
            </a:xfrm>
          </p:grpSpPr>
          <p:grpSp>
            <p:nvGrpSpPr>
              <p:cNvPr id="213" name="Google Shape;213;p11"/>
              <p:cNvGrpSpPr/>
              <p:nvPr/>
            </p:nvGrpSpPr>
            <p:grpSpPr>
              <a:xfrm>
                <a:off x="9118758" y="814006"/>
                <a:ext cx="747999" cy="918020"/>
                <a:chOff x="9118758" y="814006"/>
                <a:chExt cx="747999" cy="918020"/>
              </a:xfrm>
            </p:grpSpPr>
            <p:sp>
              <p:nvSpPr>
                <p:cNvPr id="214" name="Google Shape;214;p11"/>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5" name="Google Shape;215;p11"/>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6" name="Google Shape;216;p11"/>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7" name="Google Shape;217;p11"/>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18" name="Google Shape;218;p11"/>
              <p:cNvGrpSpPr/>
              <p:nvPr/>
            </p:nvGrpSpPr>
            <p:grpSpPr>
              <a:xfrm>
                <a:off x="9097899" y="793051"/>
                <a:ext cx="780287" cy="950500"/>
                <a:chOff x="9097899" y="793051"/>
                <a:chExt cx="780287" cy="950500"/>
              </a:xfrm>
            </p:grpSpPr>
            <p:grpSp>
              <p:nvGrpSpPr>
                <p:cNvPr id="219" name="Google Shape;219;p11"/>
                <p:cNvGrpSpPr/>
                <p:nvPr/>
              </p:nvGrpSpPr>
              <p:grpSpPr>
                <a:xfrm>
                  <a:off x="9097899" y="793051"/>
                  <a:ext cx="780287" cy="41909"/>
                  <a:chOff x="9097899" y="793051"/>
                  <a:chExt cx="780287" cy="41909"/>
                </a:xfrm>
              </p:grpSpPr>
              <p:sp>
                <p:nvSpPr>
                  <p:cNvPr id="220" name="Google Shape;220;p11"/>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1" name="Google Shape;221;p11"/>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2" name="Google Shape;222;p11"/>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23" name="Google Shape;223;p11"/>
                <p:cNvGrpSpPr/>
                <p:nvPr/>
              </p:nvGrpSpPr>
              <p:grpSpPr>
                <a:xfrm>
                  <a:off x="9097899" y="1247298"/>
                  <a:ext cx="780287" cy="41910"/>
                  <a:chOff x="9097899" y="1247298"/>
                  <a:chExt cx="780287" cy="41910"/>
                </a:xfrm>
              </p:grpSpPr>
              <p:sp>
                <p:nvSpPr>
                  <p:cNvPr id="224" name="Google Shape;224;p11"/>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5" name="Google Shape;225;p11"/>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26" name="Google Shape;226;p11"/>
                <p:cNvGrpSpPr/>
                <p:nvPr/>
              </p:nvGrpSpPr>
              <p:grpSpPr>
                <a:xfrm>
                  <a:off x="9097899" y="1701641"/>
                  <a:ext cx="780287" cy="41910"/>
                  <a:chOff x="9097899" y="1701641"/>
                  <a:chExt cx="780287" cy="41910"/>
                </a:xfrm>
              </p:grpSpPr>
              <p:sp>
                <p:nvSpPr>
                  <p:cNvPr id="227" name="Google Shape;227;p11"/>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8" name="Google Shape;228;p11"/>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9" name="Google Shape;229;p11"/>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nvGrpSpPr>
            <p:cNvPr id="230" name="Google Shape;230;p11"/>
            <p:cNvGrpSpPr/>
            <p:nvPr/>
          </p:nvGrpSpPr>
          <p:grpSpPr>
            <a:xfrm>
              <a:off x="7074117" y="956519"/>
              <a:ext cx="215826" cy="125825"/>
              <a:chOff x="9521952" y="1508283"/>
              <a:chExt cx="256508" cy="149542"/>
            </a:xfrm>
          </p:grpSpPr>
          <p:sp>
            <p:nvSpPr>
              <p:cNvPr id="231" name="Google Shape;231;p11"/>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32" name="Google Shape;232;p11"/>
              <p:cNvGrpSpPr/>
              <p:nvPr/>
            </p:nvGrpSpPr>
            <p:grpSpPr>
              <a:xfrm>
                <a:off x="9556578" y="1534618"/>
                <a:ext cx="183763" cy="98921"/>
                <a:chOff x="9556578" y="1534618"/>
                <a:chExt cx="183763" cy="98921"/>
              </a:xfrm>
            </p:grpSpPr>
            <p:grpSp>
              <p:nvGrpSpPr>
                <p:cNvPr id="233" name="Google Shape;233;p11"/>
                <p:cNvGrpSpPr/>
                <p:nvPr/>
              </p:nvGrpSpPr>
              <p:grpSpPr>
                <a:xfrm>
                  <a:off x="9645396" y="1536115"/>
                  <a:ext cx="94945" cy="94946"/>
                  <a:chOff x="9645396" y="1536115"/>
                  <a:chExt cx="94945" cy="94946"/>
                </a:xfrm>
              </p:grpSpPr>
              <p:sp>
                <p:nvSpPr>
                  <p:cNvPr id="234" name="Google Shape;234;p11"/>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5" name="Google Shape;235;p11"/>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36" name="Google Shape;236;p11"/>
                <p:cNvGrpSpPr/>
                <p:nvPr/>
              </p:nvGrpSpPr>
              <p:grpSpPr>
                <a:xfrm>
                  <a:off x="9556578" y="1534618"/>
                  <a:ext cx="98773" cy="98921"/>
                  <a:chOff x="9556578" y="1534618"/>
                  <a:chExt cx="98773" cy="98921"/>
                </a:xfrm>
              </p:grpSpPr>
              <p:sp>
                <p:nvSpPr>
                  <p:cNvPr id="237" name="Google Shape;237;p11"/>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8" name="Google Shape;238;p11"/>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3"/>
          <p:cNvSpPr txBox="1">
            <a:spLocks noGrp="1"/>
          </p:cNvSpPr>
          <p:nvPr>
            <p:ph type="title" idx="2" hasCustomPrompt="1"/>
          </p:nvPr>
        </p:nvSpPr>
        <p:spPr>
          <a:xfrm>
            <a:off x="110097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3" name="Google Shape;243;p13"/>
          <p:cNvSpPr txBox="1">
            <a:spLocks noGrp="1"/>
          </p:cNvSpPr>
          <p:nvPr>
            <p:ph type="title" idx="3" hasCustomPrompt="1"/>
          </p:nvPr>
        </p:nvSpPr>
        <p:spPr>
          <a:xfrm>
            <a:off x="110097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4" name="Google Shape;244;p13"/>
          <p:cNvSpPr txBox="1">
            <a:spLocks noGrp="1"/>
          </p:cNvSpPr>
          <p:nvPr>
            <p:ph type="title" idx="4" hasCustomPrompt="1"/>
          </p:nvPr>
        </p:nvSpPr>
        <p:spPr>
          <a:xfrm>
            <a:off x="3419250"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5" name="Google Shape;245;p13"/>
          <p:cNvSpPr txBox="1">
            <a:spLocks noGrp="1"/>
          </p:cNvSpPr>
          <p:nvPr>
            <p:ph type="title" idx="5" hasCustomPrompt="1"/>
          </p:nvPr>
        </p:nvSpPr>
        <p:spPr>
          <a:xfrm>
            <a:off x="3419250"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6" name="Google Shape;246;p13"/>
          <p:cNvSpPr txBox="1">
            <a:spLocks noGrp="1"/>
          </p:cNvSpPr>
          <p:nvPr>
            <p:ph type="title" idx="6" hasCustomPrompt="1"/>
          </p:nvPr>
        </p:nvSpPr>
        <p:spPr>
          <a:xfrm>
            <a:off x="573752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7" name="Google Shape;247;p13"/>
          <p:cNvSpPr txBox="1">
            <a:spLocks noGrp="1"/>
          </p:cNvSpPr>
          <p:nvPr>
            <p:ph type="title" idx="7" hasCustomPrompt="1"/>
          </p:nvPr>
        </p:nvSpPr>
        <p:spPr>
          <a:xfrm>
            <a:off x="573752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subTitle" idx="1"/>
          </p:nvPr>
        </p:nvSpPr>
        <p:spPr>
          <a:xfrm>
            <a:off x="110097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9" name="Google Shape;249;p13"/>
          <p:cNvSpPr txBox="1">
            <a:spLocks noGrp="1"/>
          </p:cNvSpPr>
          <p:nvPr>
            <p:ph type="subTitle" idx="8"/>
          </p:nvPr>
        </p:nvSpPr>
        <p:spPr>
          <a:xfrm>
            <a:off x="3419250"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0" name="Google Shape;250;p13"/>
          <p:cNvSpPr txBox="1">
            <a:spLocks noGrp="1"/>
          </p:cNvSpPr>
          <p:nvPr>
            <p:ph type="subTitle" idx="9"/>
          </p:nvPr>
        </p:nvSpPr>
        <p:spPr>
          <a:xfrm>
            <a:off x="573752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1" name="Google Shape;251;p13"/>
          <p:cNvSpPr txBox="1">
            <a:spLocks noGrp="1"/>
          </p:cNvSpPr>
          <p:nvPr>
            <p:ph type="subTitle" idx="13"/>
          </p:nvPr>
        </p:nvSpPr>
        <p:spPr>
          <a:xfrm>
            <a:off x="110097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2" name="Google Shape;252;p13"/>
          <p:cNvSpPr txBox="1">
            <a:spLocks noGrp="1"/>
          </p:cNvSpPr>
          <p:nvPr>
            <p:ph type="subTitle" idx="14"/>
          </p:nvPr>
        </p:nvSpPr>
        <p:spPr>
          <a:xfrm>
            <a:off x="3419250"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3" name="Google Shape;253;p13"/>
          <p:cNvSpPr txBox="1">
            <a:spLocks noGrp="1"/>
          </p:cNvSpPr>
          <p:nvPr>
            <p:ph type="subTitle" idx="15"/>
          </p:nvPr>
        </p:nvSpPr>
        <p:spPr>
          <a:xfrm>
            <a:off x="573752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4" name="Google Shape;254;p13"/>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256;p13"/>
          <p:cNvGrpSpPr/>
          <p:nvPr/>
        </p:nvGrpSpPr>
        <p:grpSpPr>
          <a:xfrm>
            <a:off x="8114970" y="266839"/>
            <a:ext cx="829992" cy="750888"/>
            <a:chOff x="8114596" y="445039"/>
            <a:chExt cx="633002" cy="572716"/>
          </a:xfrm>
        </p:grpSpPr>
        <p:grpSp>
          <p:nvGrpSpPr>
            <p:cNvPr id="257" name="Google Shape;257;p13"/>
            <p:cNvGrpSpPr/>
            <p:nvPr/>
          </p:nvGrpSpPr>
          <p:grpSpPr>
            <a:xfrm>
              <a:off x="8114596" y="445039"/>
              <a:ext cx="633002" cy="572716"/>
              <a:chOff x="7189660" y="520827"/>
              <a:chExt cx="598074" cy="541115"/>
            </a:xfrm>
          </p:grpSpPr>
          <p:sp>
            <p:nvSpPr>
              <p:cNvPr id="258" name="Google Shape;258;p13"/>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59" name="Google Shape;259;p13"/>
              <p:cNvGrpSpPr/>
              <p:nvPr/>
            </p:nvGrpSpPr>
            <p:grpSpPr>
              <a:xfrm>
                <a:off x="7579137" y="551973"/>
                <a:ext cx="164782" cy="41529"/>
                <a:chOff x="7579137" y="551973"/>
                <a:chExt cx="164782" cy="41529"/>
              </a:xfrm>
            </p:grpSpPr>
            <p:sp>
              <p:nvSpPr>
                <p:cNvPr id="260" name="Google Shape;260;p13"/>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1" name="Google Shape;261;p13"/>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2" name="Google Shape;262;p13"/>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263" name="Google Shape;263;p13"/>
            <p:cNvGrpSpPr/>
            <p:nvPr/>
          </p:nvGrpSpPr>
          <p:grpSpPr>
            <a:xfrm>
              <a:off x="8184962" y="619646"/>
              <a:ext cx="498115" cy="257273"/>
              <a:chOff x="7256144" y="685800"/>
              <a:chExt cx="470630" cy="243077"/>
            </a:xfrm>
          </p:grpSpPr>
          <p:sp>
            <p:nvSpPr>
              <p:cNvPr id="264" name="Google Shape;264;p13"/>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65" name="Google Shape;265;p13"/>
              <p:cNvGrpSpPr/>
              <p:nvPr/>
            </p:nvGrpSpPr>
            <p:grpSpPr>
              <a:xfrm>
                <a:off x="7512843" y="685800"/>
                <a:ext cx="213931" cy="243077"/>
                <a:chOff x="7512843" y="685800"/>
                <a:chExt cx="213931" cy="243077"/>
              </a:xfrm>
            </p:grpSpPr>
            <p:grpSp>
              <p:nvGrpSpPr>
                <p:cNvPr id="266" name="Google Shape;266;p13"/>
                <p:cNvGrpSpPr/>
                <p:nvPr/>
              </p:nvGrpSpPr>
              <p:grpSpPr>
                <a:xfrm>
                  <a:off x="7512843" y="836580"/>
                  <a:ext cx="213931" cy="92297"/>
                  <a:chOff x="7512843" y="836580"/>
                  <a:chExt cx="213931" cy="92297"/>
                </a:xfrm>
              </p:grpSpPr>
              <p:sp>
                <p:nvSpPr>
                  <p:cNvPr id="267" name="Google Shape;267;p13"/>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8" name="Google Shape;268;p13"/>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69" name="Google Shape;269;p13"/>
                <p:cNvGrpSpPr/>
                <p:nvPr/>
              </p:nvGrpSpPr>
              <p:grpSpPr>
                <a:xfrm>
                  <a:off x="7512843" y="761238"/>
                  <a:ext cx="213931" cy="92296"/>
                  <a:chOff x="7512843" y="761238"/>
                  <a:chExt cx="213931" cy="92296"/>
                </a:xfrm>
              </p:grpSpPr>
              <p:sp>
                <p:nvSpPr>
                  <p:cNvPr id="270" name="Google Shape;270;p13"/>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1" name="Google Shape;271;p13"/>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72" name="Google Shape;272;p13"/>
                <p:cNvGrpSpPr/>
                <p:nvPr/>
              </p:nvGrpSpPr>
              <p:grpSpPr>
                <a:xfrm>
                  <a:off x="7512843" y="685800"/>
                  <a:ext cx="213931" cy="92297"/>
                  <a:chOff x="7512843" y="685800"/>
                  <a:chExt cx="213931" cy="92297"/>
                </a:xfrm>
              </p:grpSpPr>
              <p:sp>
                <p:nvSpPr>
                  <p:cNvPr id="273" name="Google Shape;273;p13"/>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4" name="Google Shape;274;p13"/>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
        <p:nvSpPr>
          <p:cNvPr id="275" name="Google Shape;275;p13"/>
          <p:cNvSpPr/>
          <p:nvPr/>
        </p:nvSpPr>
        <p:spPr>
          <a:xfrm>
            <a:off x="62832" y="4828541"/>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76" name="Google Shape;276;p13"/>
          <p:cNvGrpSpPr/>
          <p:nvPr/>
        </p:nvGrpSpPr>
        <p:grpSpPr>
          <a:xfrm>
            <a:off x="103395" y="3891186"/>
            <a:ext cx="668783" cy="959747"/>
            <a:chOff x="10519314" y="4728596"/>
            <a:chExt cx="751780" cy="1078731"/>
          </a:xfrm>
        </p:grpSpPr>
        <p:grpSp>
          <p:nvGrpSpPr>
            <p:cNvPr id="277" name="Google Shape;277;p13"/>
            <p:cNvGrpSpPr/>
            <p:nvPr/>
          </p:nvGrpSpPr>
          <p:grpSpPr>
            <a:xfrm>
              <a:off x="10519314" y="4728596"/>
              <a:ext cx="626662" cy="1078731"/>
              <a:chOff x="10519314" y="4728596"/>
              <a:chExt cx="626662" cy="1078731"/>
            </a:xfrm>
          </p:grpSpPr>
          <p:grpSp>
            <p:nvGrpSpPr>
              <p:cNvPr id="278" name="Google Shape;278;p13"/>
              <p:cNvGrpSpPr/>
              <p:nvPr/>
            </p:nvGrpSpPr>
            <p:grpSpPr>
              <a:xfrm>
                <a:off x="10903220" y="4888205"/>
                <a:ext cx="242756" cy="919122"/>
                <a:chOff x="10903220" y="4888205"/>
                <a:chExt cx="242756" cy="919122"/>
              </a:xfrm>
            </p:grpSpPr>
            <p:sp>
              <p:nvSpPr>
                <p:cNvPr id="279" name="Google Shape;279;p13"/>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0" name="Google Shape;280;p13"/>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1" name="Google Shape;281;p13"/>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82" name="Google Shape;282;p13"/>
                <p:cNvGrpSpPr/>
                <p:nvPr/>
              </p:nvGrpSpPr>
              <p:grpSpPr>
                <a:xfrm>
                  <a:off x="11014221" y="5588618"/>
                  <a:ext cx="100021" cy="114784"/>
                  <a:chOff x="11014221" y="5588618"/>
                  <a:chExt cx="100021" cy="114784"/>
                </a:xfrm>
              </p:grpSpPr>
              <p:sp>
                <p:nvSpPr>
                  <p:cNvPr id="283" name="Google Shape;283;p13"/>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4" name="Google Shape;284;p13"/>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5" name="Google Shape;285;p13"/>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6" name="Google Shape;286;p13"/>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287" name="Google Shape;287;p13"/>
              <p:cNvGrpSpPr/>
              <p:nvPr/>
            </p:nvGrpSpPr>
            <p:grpSpPr>
              <a:xfrm>
                <a:off x="10718623" y="4728596"/>
                <a:ext cx="229169" cy="1075979"/>
                <a:chOff x="10718623" y="4728596"/>
                <a:chExt cx="229169" cy="1075979"/>
              </a:xfrm>
            </p:grpSpPr>
            <p:sp>
              <p:nvSpPr>
                <p:cNvPr id="288" name="Google Shape;288;p13"/>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9" name="Google Shape;289;p13"/>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90" name="Google Shape;290;p13"/>
                <p:cNvGrpSpPr/>
                <p:nvPr/>
              </p:nvGrpSpPr>
              <p:grpSpPr>
                <a:xfrm>
                  <a:off x="10765015" y="5040134"/>
                  <a:ext cx="116314" cy="49775"/>
                  <a:chOff x="10765015" y="5040134"/>
                  <a:chExt cx="116314" cy="49775"/>
                </a:xfrm>
              </p:grpSpPr>
              <p:sp>
                <p:nvSpPr>
                  <p:cNvPr id="291" name="Google Shape;291;p13"/>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2" name="Google Shape;292;p13"/>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93" name="Google Shape;293;p13"/>
                <p:cNvGrpSpPr/>
                <p:nvPr/>
              </p:nvGrpSpPr>
              <p:grpSpPr>
                <a:xfrm>
                  <a:off x="10784825" y="5436314"/>
                  <a:ext cx="116414" cy="49961"/>
                  <a:chOff x="10784825" y="5436314"/>
                  <a:chExt cx="116414" cy="49961"/>
                </a:xfrm>
              </p:grpSpPr>
              <p:sp>
                <p:nvSpPr>
                  <p:cNvPr id="294" name="Google Shape;294;p13"/>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5" name="Google Shape;295;p13"/>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296" name="Google Shape;296;p13"/>
              <p:cNvGrpSpPr/>
              <p:nvPr/>
            </p:nvGrpSpPr>
            <p:grpSpPr>
              <a:xfrm>
                <a:off x="10519314" y="4813458"/>
                <a:ext cx="202120" cy="992123"/>
                <a:chOff x="10519314" y="4813458"/>
                <a:chExt cx="202120" cy="992123"/>
              </a:xfrm>
            </p:grpSpPr>
            <p:sp>
              <p:nvSpPr>
                <p:cNvPr id="297" name="Google Shape;297;p13"/>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8" name="Google Shape;298;p13"/>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99" name="Google Shape;299;p13"/>
                <p:cNvGrpSpPr/>
                <p:nvPr/>
              </p:nvGrpSpPr>
              <p:grpSpPr>
                <a:xfrm>
                  <a:off x="10556176" y="5465730"/>
                  <a:ext cx="128397" cy="44196"/>
                  <a:chOff x="10556176" y="5465730"/>
                  <a:chExt cx="128397" cy="44196"/>
                </a:xfrm>
              </p:grpSpPr>
              <p:sp>
                <p:nvSpPr>
                  <p:cNvPr id="300" name="Google Shape;300;p13"/>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1" name="Google Shape;301;p13"/>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02" name="Google Shape;302;p13"/>
                <p:cNvGrpSpPr/>
                <p:nvPr/>
              </p:nvGrpSpPr>
              <p:grpSpPr>
                <a:xfrm>
                  <a:off x="10556176" y="5689187"/>
                  <a:ext cx="128397" cy="44196"/>
                  <a:chOff x="10556176" y="5689187"/>
                  <a:chExt cx="128397" cy="44196"/>
                </a:xfrm>
              </p:grpSpPr>
              <p:sp>
                <p:nvSpPr>
                  <p:cNvPr id="303" name="Google Shape;303;p13"/>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4" name="Google Shape;304;p13"/>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nvGrpSpPr>
            <p:cNvPr id="305" name="Google Shape;305;p13"/>
            <p:cNvGrpSpPr/>
            <p:nvPr/>
          </p:nvGrpSpPr>
          <p:grpSpPr>
            <a:xfrm>
              <a:off x="11058042" y="5088325"/>
              <a:ext cx="213052" cy="717953"/>
              <a:chOff x="11058042" y="5088325"/>
              <a:chExt cx="213052" cy="717953"/>
            </a:xfrm>
          </p:grpSpPr>
          <p:sp>
            <p:nvSpPr>
              <p:cNvPr id="306" name="Google Shape;306;p13"/>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7" name="Google Shape;307;p13"/>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308" name="Google Shape;308;p13"/>
          <p:cNvGrpSpPr/>
          <p:nvPr/>
        </p:nvGrpSpPr>
        <p:grpSpPr>
          <a:xfrm>
            <a:off x="150676" y="2823493"/>
            <a:ext cx="516117" cy="779220"/>
            <a:chOff x="10572463" y="3528536"/>
            <a:chExt cx="580168" cy="875823"/>
          </a:xfrm>
        </p:grpSpPr>
        <p:grpSp>
          <p:nvGrpSpPr>
            <p:cNvPr id="309" name="Google Shape;309;p13"/>
            <p:cNvGrpSpPr/>
            <p:nvPr/>
          </p:nvGrpSpPr>
          <p:grpSpPr>
            <a:xfrm>
              <a:off x="10713815" y="3528536"/>
              <a:ext cx="438816" cy="746664"/>
              <a:chOff x="10713815" y="3528536"/>
              <a:chExt cx="438816" cy="746664"/>
            </a:xfrm>
          </p:grpSpPr>
          <p:sp>
            <p:nvSpPr>
              <p:cNvPr id="310" name="Google Shape;310;p13"/>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11" name="Google Shape;311;p13"/>
              <p:cNvGrpSpPr/>
              <p:nvPr/>
            </p:nvGrpSpPr>
            <p:grpSpPr>
              <a:xfrm>
                <a:off x="10776489" y="3625310"/>
                <a:ext cx="313848" cy="288226"/>
                <a:chOff x="10776489" y="3625310"/>
                <a:chExt cx="313848" cy="288226"/>
              </a:xfrm>
            </p:grpSpPr>
            <p:sp>
              <p:nvSpPr>
                <p:cNvPr id="312" name="Google Shape;312;p13"/>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3" name="Google Shape;313;p13"/>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4" name="Google Shape;314;p13"/>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5" name="Google Shape;315;p13"/>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6" name="Google Shape;316;p13"/>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7" name="Google Shape;317;p13"/>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18" name="Google Shape;318;p13"/>
              <p:cNvGrpSpPr/>
              <p:nvPr/>
            </p:nvGrpSpPr>
            <p:grpSpPr>
              <a:xfrm>
                <a:off x="10776489" y="3999547"/>
                <a:ext cx="313848" cy="181546"/>
                <a:chOff x="10776489" y="3999547"/>
                <a:chExt cx="313848" cy="181546"/>
              </a:xfrm>
            </p:grpSpPr>
            <p:sp>
              <p:nvSpPr>
                <p:cNvPr id="319" name="Google Shape;319;p13"/>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0" name="Google Shape;320;p13"/>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1" name="Google Shape;321;p13"/>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2" name="Google Shape;322;p13"/>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23" name="Google Shape;323;p13"/>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24" name="Google Shape;324;p13"/>
            <p:cNvGrpSpPr/>
            <p:nvPr/>
          </p:nvGrpSpPr>
          <p:grpSpPr>
            <a:xfrm>
              <a:off x="10572463" y="3657790"/>
              <a:ext cx="438817" cy="746569"/>
              <a:chOff x="10572463" y="3657790"/>
              <a:chExt cx="438817" cy="746569"/>
            </a:xfrm>
          </p:grpSpPr>
          <p:sp>
            <p:nvSpPr>
              <p:cNvPr id="325" name="Google Shape;325;p13"/>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26" name="Google Shape;326;p13"/>
              <p:cNvGrpSpPr/>
              <p:nvPr/>
            </p:nvGrpSpPr>
            <p:grpSpPr>
              <a:xfrm>
                <a:off x="10635138" y="3754469"/>
                <a:ext cx="313848" cy="288321"/>
                <a:chOff x="10635138" y="3754469"/>
                <a:chExt cx="313848" cy="288321"/>
              </a:xfrm>
            </p:grpSpPr>
            <p:sp>
              <p:nvSpPr>
                <p:cNvPr id="327" name="Google Shape;327;p13"/>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8" name="Google Shape;328;p13"/>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9" name="Google Shape;329;p13"/>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0" name="Google Shape;330;p13"/>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1" name="Google Shape;331;p13"/>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2" name="Google Shape;332;p13"/>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33" name="Google Shape;333;p13"/>
              <p:cNvGrpSpPr/>
              <p:nvPr/>
            </p:nvGrpSpPr>
            <p:grpSpPr>
              <a:xfrm>
                <a:off x="10635138" y="4128801"/>
                <a:ext cx="313848" cy="181547"/>
                <a:chOff x="10635138" y="4128801"/>
                <a:chExt cx="313848" cy="181547"/>
              </a:xfrm>
            </p:grpSpPr>
            <p:sp>
              <p:nvSpPr>
                <p:cNvPr id="334" name="Google Shape;334;p13"/>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5" name="Google Shape;335;p13"/>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6" name="Google Shape;336;p13"/>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7" name="Google Shape;337;p13"/>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38" name="Google Shape;338;p13"/>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339" name="Google Shape;339;p13"/>
          <p:cNvGrpSpPr/>
          <p:nvPr/>
        </p:nvGrpSpPr>
        <p:grpSpPr>
          <a:xfrm>
            <a:off x="361835" y="3601018"/>
            <a:ext cx="22030" cy="294484"/>
            <a:chOff x="10809827" y="4402455"/>
            <a:chExt cx="24764" cy="330993"/>
          </a:xfrm>
        </p:grpSpPr>
        <p:sp>
          <p:nvSpPr>
            <p:cNvPr id="340" name="Google Shape;340;p13"/>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41" name="Google Shape;341;p13"/>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42" name="Google Shape;342;p13"/>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343"/>
        <p:cNvGrpSpPr/>
        <p:nvPr/>
      </p:nvGrpSpPr>
      <p:grpSpPr>
        <a:xfrm>
          <a:off x="0" y="0"/>
          <a:ext cx="0" cy="0"/>
          <a:chOff x="0" y="0"/>
          <a:chExt cx="0" cy="0"/>
        </a:xfrm>
      </p:grpSpPr>
      <p:sp>
        <p:nvSpPr>
          <p:cNvPr id="344" name="Google Shape;344;p14"/>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5" name="Google Shape;345;p14"/>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46" name="Google Shape;346;p14"/>
          <p:cNvSpPr>
            <a:spLocks noGrp="1"/>
          </p:cNvSpPr>
          <p:nvPr>
            <p:ph type="pic" idx="2"/>
          </p:nvPr>
        </p:nvSpPr>
        <p:spPr>
          <a:xfrm>
            <a:off x="5668975" y="1076550"/>
            <a:ext cx="2990400" cy="2990400"/>
          </a:xfrm>
          <a:prstGeom prst="roundRect">
            <a:avLst>
              <a:gd name="adj" fmla="val 16667"/>
            </a:avLst>
          </a:prstGeom>
          <a:noFill/>
          <a:ln>
            <a:noFill/>
          </a:ln>
        </p:spPr>
      </p:sp>
      <p:sp>
        <p:nvSpPr>
          <p:cNvPr id="347" name="Google Shape;347;p14"/>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14"/>
          <p:cNvGrpSpPr/>
          <p:nvPr/>
        </p:nvGrpSpPr>
        <p:grpSpPr>
          <a:xfrm>
            <a:off x="65066" y="4373044"/>
            <a:ext cx="878158" cy="654532"/>
            <a:chOff x="1114425" y="4361211"/>
            <a:chExt cx="573023" cy="427101"/>
          </a:xfrm>
        </p:grpSpPr>
        <p:grpSp>
          <p:nvGrpSpPr>
            <p:cNvPr id="350" name="Google Shape;350;p14"/>
            <p:cNvGrpSpPr/>
            <p:nvPr/>
          </p:nvGrpSpPr>
          <p:grpSpPr>
            <a:xfrm>
              <a:off x="1114425" y="4361211"/>
              <a:ext cx="573023" cy="427101"/>
              <a:chOff x="1114425" y="4361211"/>
              <a:chExt cx="573023" cy="427101"/>
            </a:xfrm>
          </p:grpSpPr>
          <p:sp>
            <p:nvSpPr>
              <p:cNvPr id="351" name="Google Shape;351;p1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52" name="Google Shape;352;p1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53" name="Google Shape;353;p1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54" name="Google Shape;354;p1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355"/>
        <p:cNvGrpSpPr/>
        <p:nvPr/>
      </p:nvGrpSpPr>
      <p:grpSpPr>
        <a:xfrm>
          <a:off x="0" y="0"/>
          <a:ext cx="0" cy="0"/>
          <a:chOff x="0" y="0"/>
          <a:chExt cx="0" cy="0"/>
        </a:xfrm>
      </p:grpSpPr>
      <p:sp>
        <p:nvSpPr>
          <p:cNvPr id="356" name="Google Shape;356;p15"/>
          <p:cNvSpPr txBox="1">
            <a:spLocks noGrp="1"/>
          </p:cNvSpPr>
          <p:nvPr>
            <p:ph type="title"/>
          </p:nvPr>
        </p:nvSpPr>
        <p:spPr>
          <a:xfrm>
            <a:off x="2013850" y="841075"/>
            <a:ext cx="5116200" cy="1390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57" name="Google Shape;357;p15"/>
          <p:cNvSpPr txBox="1">
            <a:spLocks noGrp="1"/>
          </p:cNvSpPr>
          <p:nvPr>
            <p:ph type="subTitle" idx="1"/>
          </p:nvPr>
        </p:nvSpPr>
        <p:spPr>
          <a:xfrm>
            <a:off x="2013850" y="2231525"/>
            <a:ext cx="51162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58" name="Google Shape;358;p15"/>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5"/>
          <p:cNvGrpSpPr/>
          <p:nvPr/>
        </p:nvGrpSpPr>
        <p:grpSpPr>
          <a:xfrm flipH="1">
            <a:off x="683048" y="4696520"/>
            <a:ext cx="325927" cy="404808"/>
            <a:chOff x="7385113" y="1535430"/>
            <a:chExt cx="435673" cy="541115"/>
          </a:xfrm>
        </p:grpSpPr>
        <p:sp>
          <p:nvSpPr>
            <p:cNvPr id="360" name="Google Shape;360;p15"/>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61" name="Google Shape;361;p15"/>
            <p:cNvGrpSpPr/>
            <p:nvPr/>
          </p:nvGrpSpPr>
          <p:grpSpPr>
            <a:xfrm>
              <a:off x="7612094" y="1566576"/>
              <a:ext cx="164781" cy="41529"/>
              <a:chOff x="7612094" y="1566576"/>
              <a:chExt cx="164781" cy="41529"/>
            </a:xfrm>
          </p:grpSpPr>
          <p:sp>
            <p:nvSpPr>
              <p:cNvPr id="362" name="Google Shape;362;p15"/>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63" name="Google Shape;363;p15"/>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64" name="Google Shape;364;p15"/>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365" name="Google Shape;365;p15"/>
          <p:cNvGrpSpPr/>
          <p:nvPr/>
        </p:nvGrpSpPr>
        <p:grpSpPr>
          <a:xfrm flipH="1">
            <a:off x="713902" y="4774546"/>
            <a:ext cx="268636" cy="280965"/>
            <a:chOff x="7420451" y="1639728"/>
            <a:chExt cx="359091" cy="375571"/>
          </a:xfrm>
        </p:grpSpPr>
        <p:sp>
          <p:nvSpPr>
            <p:cNvPr id="366" name="Google Shape;366;p15"/>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67" name="Google Shape;367;p15"/>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68" name="Google Shape;368;p15"/>
          <p:cNvGrpSpPr/>
          <p:nvPr/>
        </p:nvGrpSpPr>
        <p:grpSpPr>
          <a:xfrm flipH="1">
            <a:off x="96200" y="4469347"/>
            <a:ext cx="355444" cy="644072"/>
            <a:chOff x="1945386" y="5582316"/>
            <a:chExt cx="470725" cy="852963"/>
          </a:xfrm>
        </p:grpSpPr>
        <p:grpSp>
          <p:nvGrpSpPr>
            <p:cNvPr id="369" name="Google Shape;369;p15"/>
            <p:cNvGrpSpPr/>
            <p:nvPr/>
          </p:nvGrpSpPr>
          <p:grpSpPr>
            <a:xfrm>
              <a:off x="1945386" y="5582316"/>
              <a:ext cx="470725" cy="852963"/>
              <a:chOff x="1945386" y="5582316"/>
              <a:chExt cx="470725" cy="852963"/>
            </a:xfrm>
          </p:grpSpPr>
          <p:sp>
            <p:nvSpPr>
              <p:cNvPr id="370" name="Google Shape;370;p15"/>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1" name="Google Shape;371;p15"/>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72" name="Google Shape;372;p15"/>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73" name="Google Shape;373;p15"/>
          <p:cNvGrpSpPr/>
          <p:nvPr/>
        </p:nvGrpSpPr>
        <p:grpSpPr>
          <a:xfrm>
            <a:off x="7975988" y="116167"/>
            <a:ext cx="1061979" cy="558999"/>
            <a:chOff x="3859815" y="2867310"/>
            <a:chExt cx="1262157" cy="664368"/>
          </a:xfrm>
        </p:grpSpPr>
        <p:sp>
          <p:nvSpPr>
            <p:cNvPr id="374" name="Google Shape;374;p15"/>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375" name="Google Shape;375;p15"/>
            <p:cNvGrpSpPr/>
            <p:nvPr/>
          </p:nvGrpSpPr>
          <p:grpSpPr>
            <a:xfrm>
              <a:off x="4275677" y="3065525"/>
              <a:ext cx="334517" cy="380047"/>
              <a:chOff x="4275677" y="3065525"/>
              <a:chExt cx="334517" cy="380047"/>
            </a:xfrm>
          </p:grpSpPr>
          <p:grpSp>
            <p:nvGrpSpPr>
              <p:cNvPr id="376" name="Google Shape;376;p15"/>
              <p:cNvGrpSpPr/>
              <p:nvPr/>
            </p:nvGrpSpPr>
            <p:grpSpPr>
              <a:xfrm>
                <a:off x="4275677" y="3065525"/>
                <a:ext cx="334517" cy="380047"/>
                <a:chOff x="4275677" y="3065525"/>
                <a:chExt cx="334517" cy="380047"/>
              </a:xfrm>
            </p:grpSpPr>
            <p:grpSp>
              <p:nvGrpSpPr>
                <p:cNvPr id="377" name="Google Shape;377;p15"/>
                <p:cNvGrpSpPr/>
                <p:nvPr/>
              </p:nvGrpSpPr>
              <p:grpSpPr>
                <a:xfrm>
                  <a:off x="4275677" y="3301269"/>
                  <a:ext cx="334422" cy="144303"/>
                  <a:chOff x="4275677" y="3301269"/>
                  <a:chExt cx="334422" cy="144303"/>
                </a:xfrm>
              </p:grpSpPr>
              <p:sp>
                <p:nvSpPr>
                  <p:cNvPr id="378" name="Google Shape;378;p15"/>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9" name="Google Shape;379;p15"/>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80" name="Google Shape;380;p15"/>
                <p:cNvGrpSpPr/>
                <p:nvPr/>
              </p:nvGrpSpPr>
              <p:grpSpPr>
                <a:xfrm>
                  <a:off x="4275677" y="3183350"/>
                  <a:ext cx="334422" cy="144302"/>
                  <a:chOff x="4275677" y="3183350"/>
                  <a:chExt cx="334422" cy="144302"/>
                </a:xfrm>
              </p:grpSpPr>
              <p:sp>
                <p:nvSpPr>
                  <p:cNvPr id="381" name="Google Shape;381;p15"/>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2" name="Google Shape;382;p15"/>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83" name="Google Shape;383;p15"/>
                <p:cNvGrpSpPr/>
                <p:nvPr/>
              </p:nvGrpSpPr>
              <p:grpSpPr>
                <a:xfrm>
                  <a:off x="4275677" y="3065525"/>
                  <a:ext cx="334517" cy="144303"/>
                  <a:chOff x="4275677" y="3065525"/>
                  <a:chExt cx="334517" cy="144303"/>
                </a:xfrm>
              </p:grpSpPr>
              <p:sp>
                <p:nvSpPr>
                  <p:cNvPr id="384" name="Google Shape;384;p15"/>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5" name="Google Shape;385;p15"/>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386" name="Google Shape;386;p15"/>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7" name="Google Shape;387;p15"/>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8" name="Google Shape;388;p15"/>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389" name="Google Shape;389;p15"/>
          <p:cNvGrpSpPr/>
          <p:nvPr/>
        </p:nvGrpSpPr>
        <p:grpSpPr>
          <a:xfrm rot="5400000" flipH="1">
            <a:off x="557972" y="4696603"/>
            <a:ext cx="16329" cy="218290"/>
            <a:chOff x="10809827" y="4402455"/>
            <a:chExt cx="24764" cy="330993"/>
          </a:xfrm>
        </p:grpSpPr>
        <p:sp>
          <p:nvSpPr>
            <p:cNvPr id="390" name="Google Shape;390;p15"/>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91" name="Google Shape;391;p15"/>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92" name="Google Shape;392;p15"/>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93" name="Google Shape;393;p15"/>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95"/>
        <p:cNvGrpSpPr/>
        <p:nvPr/>
      </p:nvGrpSpPr>
      <p:grpSpPr>
        <a:xfrm>
          <a:off x="0" y="0"/>
          <a:ext cx="0" cy="0"/>
          <a:chOff x="0" y="0"/>
          <a:chExt cx="0" cy="0"/>
        </a:xfrm>
      </p:grpSpPr>
      <p:sp>
        <p:nvSpPr>
          <p:cNvPr id="396" name="Google Shape;39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16"/>
          <p:cNvSpPr txBox="1">
            <a:spLocks noGrp="1"/>
          </p:cNvSpPr>
          <p:nvPr>
            <p:ph type="subTitle" idx="1"/>
          </p:nvPr>
        </p:nvSpPr>
        <p:spPr>
          <a:xfrm>
            <a:off x="93762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8" name="Google Shape;398;p16"/>
          <p:cNvSpPr txBox="1">
            <a:spLocks noGrp="1"/>
          </p:cNvSpPr>
          <p:nvPr>
            <p:ph type="subTitle" idx="2"/>
          </p:nvPr>
        </p:nvSpPr>
        <p:spPr>
          <a:xfrm>
            <a:off x="3484347"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9" name="Google Shape;399;p16"/>
          <p:cNvSpPr txBox="1">
            <a:spLocks noGrp="1"/>
          </p:cNvSpPr>
          <p:nvPr>
            <p:ph type="subTitle" idx="3"/>
          </p:nvPr>
        </p:nvSpPr>
        <p:spPr>
          <a:xfrm>
            <a:off x="603107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0" name="Google Shape;400;p16"/>
          <p:cNvSpPr txBox="1">
            <a:spLocks noGrp="1"/>
          </p:cNvSpPr>
          <p:nvPr>
            <p:ph type="subTitle" idx="4"/>
          </p:nvPr>
        </p:nvSpPr>
        <p:spPr>
          <a:xfrm>
            <a:off x="93762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1" name="Google Shape;401;p16"/>
          <p:cNvSpPr txBox="1">
            <a:spLocks noGrp="1"/>
          </p:cNvSpPr>
          <p:nvPr>
            <p:ph type="subTitle" idx="5"/>
          </p:nvPr>
        </p:nvSpPr>
        <p:spPr>
          <a:xfrm>
            <a:off x="3484350"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2" name="Google Shape;402;p16"/>
          <p:cNvSpPr txBox="1">
            <a:spLocks noGrp="1"/>
          </p:cNvSpPr>
          <p:nvPr>
            <p:ph type="subTitle" idx="6"/>
          </p:nvPr>
        </p:nvSpPr>
        <p:spPr>
          <a:xfrm>
            <a:off x="603107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3" name="Google Shape;403;p16"/>
          <p:cNvSpPr/>
          <p:nvPr/>
        </p:nvSpPr>
        <p:spPr>
          <a:xfrm rot="8800738" flipH="1">
            <a:off x="7902412" y="4181666"/>
            <a:ext cx="1680262" cy="1358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rot="-8942362" flipH="1">
            <a:off x="-983149" y="4040244"/>
            <a:ext cx="2474148" cy="2000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rot="1554271" flipH="1">
            <a:off x="7563507" y="-664049"/>
            <a:ext cx="2112334" cy="200257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62825" y="1725386"/>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07" name="Google Shape;407;p16"/>
          <p:cNvGrpSpPr/>
          <p:nvPr/>
        </p:nvGrpSpPr>
        <p:grpSpPr>
          <a:xfrm>
            <a:off x="96399" y="951293"/>
            <a:ext cx="552408" cy="792759"/>
            <a:chOff x="10519314" y="4728596"/>
            <a:chExt cx="751780" cy="1078731"/>
          </a:xfrm>
        </p:grpSpPr>
        <p:grpSp>
          <p:nvGrpSpPr>
            <p:cNvPr id="408" name="Google Shape;408;p16"/>
            <p:cNvGrpSpPr/>
            <p:nvPr/>
          </p:nvGrpSpPr>
          <p:grpSpPr>
            <a:xfrm>
              <a:off x="10519314" y="4728596"/>
              <a:ext cx="626662" cy="1078731"/>
              <a:chOff x="10519314" y="4728596"/>
              <a:chExt cx="626662" cy="1078731"/>
            </a:xfrm>
          </p:grpSpPr>
          <p:grpSp>
            <p:nvGrpSpPr>
              <p:cNvPr id="409" name="Google Shape;409;p16"/>
              <p:cNvGrpSpPr/>
              <p:nvPr/>
            </p:nvGrpSpPr>
            <p:grpSpPr>
              <a:xfrm>
                <a:off x="10903220" y="4888205"/>
                <a:ext cx="242756" cy="919122"/>
                <a:chOff x="10903220" y="4888205"/>
                <a:chExt cx="242756" cy="919122"/>
              </a:xfrm>
            </p:grpSpPr>
            <p:sp>
              <p:nvSpPr>
                <p:cNvPr id="410" name="Google Shape;410;p16"/>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1" name="Google Shape;411;p16"/>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2" name="Google Shape;412;p16"/>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13" name="Google Shape;413;p16"/>
                <p:cNvGrpSpPr/>
                <p:nvPr/>
              </p:nvGrpSpPr>
              <p:grpSpPr>
                <a:xfrm>
                  <a:off x="11014221" y="5588618"/>
                  <a:ext cx="100021" cy="114784"/>
                  <a:chOff x="11014221" y="5588618"/>
                  <a:chExt cx="100021" cy="114784"/>
                </a:xfrm>
              </p:grpSpPr>
              <p:sp>
                <p:nvSpPr>
                  <p:cNvPr id="414" name="Google Shape;414;p16"/>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5" name="Google Shape;415;p16"/>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6" name="Google Shape;416;p16"/>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7" name="Google Shape;417;p16"/>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18" name="Google Shape;418;p16"/>
              <p:cNvGrpSpPr/>
              <p:nvPr/>
            </p:nvGrpSpPr>
            <p:grpSpPr>
              <a:xfrm>
                <a:off x="10718623" y="4728596"/>
                <a:ext cx="229169" cy="1075979"/>
                <a:chOff x="10718623" y="4728596"/>
                <a:chExt cx="229169" cy="1075979"/>
              </a:xfrm>
            </p:grpSpPr>
            <p:sp>
              <p:nvSpPr>
                <p:cNvPr id="419" name="Google Shape;419;p16"/>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0" name="Google Shape;420;p16"/>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21" name="Google Shape;421;p16"/>
                <p:cNvGrpSpPr/>
                <p:nvPr/>
              </p:nvGrpSpPr>
              <p:grpSpPr>
                <a:xfrm>
                  <a:off x="10765015" y="5040134"/>
                  <a:ext cx="116314" cy="49775"/>
                  <a:chOff x="10765015" y="5040134"/>
                  <a:chExt cx="116314" cy="49775"/>
                </a:xfrm>
              </p:grpSpPr>
              <p:sp>
                <p:nvSpPr>
                  <p:cNvPr id="422" name="Google Shape;422;p16"/>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3" name="Google Shape;423;p16"/>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24" name="Google Shape;424;p16"/>
                <p:cNvGrpSpPr/>
                <p:nvPr/>
              </p:nvGrpSpPr>
              <p:grpSpPr>
                <a:xfrm>
                  <a:off x="10784825" y="5436314"/>
                  <a:ext cx="116414" cy="49961"/>
                  <a:chOff x="10784825" y="5436314"/>
                  <a:chExt cx="116414" cy="49961"/>
                </a:xfrm>
              </p:grpSpPr>
              <p:sp>
                <p:nvSpPr>
                  <p:cNvPr id="425" name="Google Shape;425;p16"/>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6" name="Google Shape;426;p16"/>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27" name="Google Shape;427;p16"/>
              <p:cNvGrpSpPr/>
              <p:nvPr/>
            </p:nvGrpSpPr>
            <p:grpSpPr>
              <a:xfrm>
                <a:off x="10519314" y="4813458"/>
                <a:ext cx="202120" cy="992123"/>
                <a:chOff x="10519314" y="4813458"/>
                <a:chExt cx="202120" cy="992123"/>
              </a:xfrm>
            </p:grpSpPr>
            <p:sp>
              <p:nvSpPr>
                <p:cNvPr id="428" name="Google Shape;428;p16"/>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9" name="Google Shape;429;p16"/>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30" name="Google Shape;430;p16"/>
                <p:cNvGrpSpPr/>
                <p:nvPr/>
              </p:nvGrpSpPr>
              <p:grpSpPr>
                <a:xfrm>
                  <a:off x="10556176" y="5465730"/>
                  <a:ext cx="128397" cy="44196"/>
                  <a:chOff x="10556176" y="5465730"/>
                  <a:chExt cx="128397" cy="44196"/>
                </a:xfrm>
              </p:grpSpPr>
              <p:sp>
                <p:nvSpPr>
                  <p:cNvPr id="431" name="Google Shape;431;p16"/>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32" name="Google Shape;432;p16"/>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33" name="Google Shape;433;p16"/>
                <p:cNvGrpSpPr/>
                <p:nvPr/>
              </p:nvGrpSpPr>
              <p:grpSpPr>
                <a:xfrm>
                  <a:off x="10556176" y="5689187"/>
                  <a:ext cx="128397" cy="44196"/>
                  <a:chOff x="10556176" y="5689187"/>
                  <a:chExt cx="128397" cy="44196"/>
                </a:xfrm>
              </p:grpSpPr>
              <p:sp>
                <p:nvSpPr>
                  <p:cNvPr id="434" name="Google Shape;434;p16"/>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35" name="Google Shape;435;p16"/>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nvGrpSpPr>
            <p:cNvPr id="436" name="Google Shape;436;p16"/>
            <p:cNvGrpSpPr/>
            <p:nvPr/>
          </p:nvGrpSpPr>
          <p:grpSpPr>
            <a:xfrm>
              <a:off x="11058042" y="5088325"/>
              <a:ext cx="213052" cy="717953"/>
              <a:chOff x="11058042" y="5088325"/>
              <a:chExt cx="213052" cy="717953"/>
            </a:xfrm>
          </p:grpSpPr>
          <p:sp>
            <p:nvSpPr>
              <p:cNvPr id="437" name="Google Shape;437;p16"/>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38" name="Google Shape;438;p16"/>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39" name="Google Shape;439;p16"/>
          <p:cNvGrpSpPr/>
          <p:nvPr/>
        </p:nvGrpSpPr>
        <p:grpSpPr>
          <a:xfrm>
            <a:off x="135453" y="69369"/>
            <a:ext cx="426307" cy="643642"/>
            <a:chOff x="10572463" y="3528536"/>
            <a:chExt cx="580168" cy="875823"/>
          </a:xfrm>
        </p:grpSpPr>
        <p:grpSp>
          <p:nvGrpSpPr>
            <p:cNvPr id="440" name="Google Shape;440;p16"/>
            <p:cNvGrpSpPr/>
            <p:nvPr/>
          </p:nvGrpSpPr>
          <p:grpSpPr>
            <a:xfrm>
              <a:off x="10713815" y="3528536"/>
              <a:ext cx="438816" cy="746664"/>
              <a:chOff x="10713815" y="3528536"/>
              <a:chExt cx="438816" cy="746664"/>
            </a:xfrm>
          </p:grpSpPr>
          <p:sp>
            <p:nvSpPr>
              <p:cNvPr id="441" name="Google Shape;441;p16"/>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42" name="Google Shape;442;p16"/>
              <p:cNvGrpSpPr/>
              <p:nvPr/>
            </p:nvGrpSpPr>
            <p:grpSpPr>
              <a:xfrm>
                <a:off x="10776489" y="3625310"/>
                <a:ext cx="313848" cy="288226"/>
                <a:chOff x="10776489" y="3625310"/>
                <a:chExt cx="313848" cy="288226"/>
              </a:xfrm>
            </p:grpSpPr>
            <p:sp>
              <p:nvSpPr>
                <p:cNvPr id="443" name="Google Shape;443;p16"/>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4" name="Google Shape;444;p16"/>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5" name="Google Shape;445;p16"/>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6" name="Google Shape;446;p16"/>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7" name="Google Shape;447;p16"/>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8" name="Google Shape;448;p16"/>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49" name="Google Shape;449;p16"/>
              <p:cNvGrpSpPr/>
              <p:nvPr/>
            </p:nvGrpSpPr>
            <p:grpSpPr>
              <a:xfrm>
                <a:off x="10776489" y="3999547"/>
                <a:ext cx="313848" cy="181546"/>
                <a:chOff x="10776489" y="3999547"/>
                <a:chExt cx="313848" cy="181546"/>
              </a:xfrm>
            </p:grpSpPr>
            <p:sp>
              <p:nvSpPr>
                <p:cNvPr id="450" name="Google Shape;450;p16"/>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1" name="Google Shape;451;p16"/>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2" name="Google Shape;452;p16"/>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3" name="Google Shape;453;p16"/>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454" name="Google Shape;454;p16"/>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55" name="Google Shape;455;p16"/>
            <p:cNvGrpSpPr/>
            <p:nvPr/>
          </p:nvGrpSpPr>
          <p:grpSpPr>
            <a:xfrm>
              <a:off x="10572463" y="3657790"/>
              <a:ext cx="438817" cy="746569"/>
              <a:chOff x="10572463" y="3657790"/>
              <a:chExt cx="438817" cy="746569"/>
            </a:xfrm>
          </p:grpSpPr>
          <p:sp>
            <p:nvSpPr>
              <p:cNvPr id="456" name="Google Shape;456;p16"/>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57" name="Google Shape;457;p16"/>
              <p:cNvGrpSpPr/>
              <p:nvPr/>
            </p:nvGrpSpPr>
            <p:grpSpPr>
              <a:xfrm>
                <a:off x="10635138" y="3754469"/>
                <a:ext cx="313848" cy="288321"/>
                <a:chOff x="10635138" y="3754469"/>
                <a:chExt cx="313848" cy="288321"/>
              </a:xfrm>
            </p:grpSpPr>
            <p:sp>
              <p:nvSpPr>
                <p:cNvPr id="458" name="Google Shape;458;p16"/>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9" name="Google Shape;459;p16"/>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0" name="Google Shape;460;p16"/>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1" name="Google Shape;461;p16"/>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2" name="Google Shape;462;p16"/>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3" name="Google Shape;463;p16"/>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64" name="Google Shape;464;p16"/>
              <p:cNvGrpSpPr/>
              <p:nvPr/>
            </p:nvGrpSpPr>
            <p:grpSpPr>
              <a:xfrm>
                <a:off x="10635138" y="4128801"/>
                <a:ext cx="313848" cy="181547"/>
                <a:chOff x="10635138" y="4128801"/>
                <a:chExt cx="313848" cy="181547"/>
              </a:xfrm>
            </p:grpSpPr>
            <p:sp>
              <p:nvSpPr>
                <p:cNvPr id="465" name="Google Shape;465;p16"/>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6" name="Google Shape;466;p16"/>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7" name="Google Shape;467;p16"/>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8" name="Google Shape;468;p16"/>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469" name="Google Shape;469;p16"/>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70" name="Google Shape;470;p16"/>
          <p:cNvGrpSpPr/>
          <p:nvPr/>
        </p:nvGrpSpPr>
        <p:grpSpPr>
          <a:xfrm>
            <a:off x="309868" y="711612"/>
            <a:ext cx="18197" cy="243247"/>
            <a:chOff x="10809827" y="4402455"/>
            <a:chExt cx="24764" cy="330993"/>
          </a:xfrm>
        </p:grpSpPr>
        <p:sp>
          <p:nvSpPr>
            <p:cNvPr id="471" name="Google Shape;471;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72" name="Google Shape;472;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73" name="Google Shape;473;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74" name="Google Shape;474;p16"/>
          <p:cNvGrpSpPr/>
          <p:nvPr/>
        </p:nvGrpSpPr>
        <p:grpSpPr>
          <a:xfrm>
            <a:off x="8421644" y="1045085"/>
            <a:ext cx="396068" cy="717683"/>
            <a:chOff x="1945386" y="5582316"/>
            <a:chExt cx="470725" cy="852963"/>
          </a:xfrm>
        </p:grpSpPr>
        <p:grpSp>
          <p:nvGrpSpPr>
            <p:cNvPr id="475" name="Google Shape;475;p16"/>
            <p:cNvGrpSpPr/>
            <p:nvPr/>
          </p:nvGrpSpPr>
          <p:grpSpPr>
            <a:xfrm>
              <a:off x="1945386" y="5582316"/>
              <a:ext cx="470725" cy="852963"/>
              <a:chOff x="1945386" y="5582316"/>
              <a:chExt cx="470725" cy="852963"/>
            </a:xfrm>
          </p:grpSpPr>
          <p:sp>
            <p:nvSpPr>
              <p:cNvPr id="476" name="Google Shape;476;p16"/>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77" name="Google Shape;477;p16"/>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478" name="Google Shape;478;p16"/>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79" name="Google Shape;479;p16"/>
          <p:cNvGrpSpPr/>
          <p:nvPr/>
        </p:nvGrpSpPr>
        <p:grpSpPr>
          <a:xfrm>
            <a:off x="8088695" y="57742"/>
            <a:ext cx="1061979" cy="558999"/>
            <a:chOff x="3859815" y="2867310"/>
            <a:chExt cx="1262157" cy="664368"/>
          </a:xfrm>
        </p:grpSpPr>
        <p:sp>
          <p:nvSpPr>
            <p:cNvPr id="480" name="Google Shape;480;p16"/>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481" name="Google Shape;481;p16"/>
            <p:cNvGrpSpPr/>
            <p:nvPr/>
          </p:nvGrpSpPr>
          <p:grpSpPr>
            <a:xfrm>
              <a:off x="4275677" y="3065525"/>
              <a:ext cx="334517" cy="380047"/>
              <a:chOff x="4275677" y="3065525"/>
              <a:chExt cx="334517" cy="380047"/>
            </a:xfrm>
          </p:grpSpPr>
          <p:grpSp>
            <p:nvGrpSpPr>
              <p:cNvPr id="482" name="Google Shape;482;p16"/>
              <p:cNvGrpSpPr/>
              <p:nvPr/>
            </p:nvGrpSpPr>
            <p:grpSpPr>
              <a:xfrm>
                <a:off x="4275677" y="3065525"/>
                <a:ext cx="334517" cy="380047"/>
                <a:chOff x="4275677" y="3065525"/>
                <a:chExt cx="334517" cy="380047"/>
              </a:xfrm>
            </p:grpSpPr>
            <p:grpSp>
              <p:nvGrpSpPr>
                <p:cNvPr id="483" name="Google Shape;483;p16"/>
                <p:cNvGrpSpPr/>
                <p:nvPr/>
              </p:nvGrpSpPr>
              <p:grpSpPr>
                <a:xfrm>
                  <a:off x="4275677" y="3301269"/>
                  <a:ext cx="334422" cy="144303"/>
                  <a:chOff x="4275677" y="3301269"/>
                  <a:chExt cx="334422" cy="144303"/>
                </a:xfrm>
              </p:grpSpPr>
              <p:sp>
                <p:nvSpPr>
                  <p:cNvPr id="484" name="Google Shape;484;p16"/>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85" name="Google Shape;485;p16"/>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86" name="Google Shape;486;p16"/>
                <p:cNvGrpSpPr/>
                <p:nvPr/>
              </p:nvGrpSpPr>
              <p:grpSpPr>
                <a:xfrm>
                  <a:off x="4275677" y="3183350"/>
                  <a:ext cx="334422" cy="144302"/>
                  <a:chOff x="4275677" y="3183350"/>
                  <a:chExt cx="334422" cy="144302"/>
                </a:xfrm>
              </p:grpSpPr>
              <p:sp>
                <p:nvSpPr>
                  <p:cNvPr id="487" name="Google Shape;487;p16"/>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88" name="Google Shape;488;p16"/>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489" name="Google Shape;489;p16"/>
                <p:cNvGrpSpPr/>
                <p:nvPr/>
              </p:nvGrpSpPr>
              <p:grpSpPr>
                <a:xfrm>
                  <a:off x="4275677" y="3065525"/>
                  <a:ext cx="334517" cy="144303"/>
                  <a:chOff x="4275677" y="3065525"/>
                  <a:chExt cx="334517" cy="144303"/>
                </a:xfrm>
              </p:grpSpPr>
              <p:sp>
                <p:nvSpPr>
                  <p:cNvPr id="490" name="Google Shape;490;p16"/>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1" name="Google Shape;491;p16"/>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492" name="Google Shape;492;p16"/>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3" name="Google Shape;493;p16"/>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4" name="Google Shape;494;p16"/>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495" name="Google Shape;495;p16"/>
          <p:cNvGrpSpPr/>
          <p:nvPr/>
        </p:nvGrpSpPr>
        <p:grpSpPr>
          <a:xfrm>
            <a:off x="8582238" y="611818"/>
            <a:ext cx="33124" cy="442802"/>
            <a:chOff x="10809827" y="4402455"/>
            <a:chExt cx="24764" cy="330993"/>
          </a:xfrm>
        </p:grpSpPr>
        <p:sp>
          <p:nvSpPr>
            <p:cNvPr id="496" name="Google Shape;496;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7" name="Google Shape;497;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8" name="Google Shape;498;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9"/>
        <p:cNvGrpSpPr/>
        <p:nvPr/>
      </p:nvGrpSpPr>
      <p:grpSpPr>
        <a:xfrm>
          <a:off x="0" y="0"/>
          <a:ext cx="0" cy="0"/>
          <a:chOff x="0" y="0"/>
          <a:chExt cx="0" cy="0"/>
        </a:xfrm>
      </p:grpSpPr>
      <p:sp>
        <p:nvSpPr>
          <p:cNvPr id="500" name="Google Shape;50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01" name="Google Shape;501;p17"/>
          <p:cNvSpPr txBox="1">
            <a:spLocks noGrp="1"/>
          </p:cNvSpPr>
          <p:nvPr>
            <p:ph type="subTitle" idx="1"/>
          </p:nvPr>
        </p:nvSpPr>
        <p:spPr>
          <a:xfrm>
            <a:off x="1253225"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2" name="Google Shape;502;p17"/>
          <p:cNvSpPr txBox="1">
            <a:spLocks noGrp="1"/>
          </p:cNvSpPr>
          <p:nvPr>
            <p:ph type="subTitle" idx="2"/>
          </p:nvPr>
        </p:nvSpPr>
        <p:spPr>
          <a:xfrm>
            <a:off x="5079776"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3" name="Google Shape;503;p17"/>
          <p:cNvSpPr txBox="1">
            <a:spLocks noGrp="1"/>
          </p:cNvSpPr>
          <p:nvPr>
            <p:ph type="subTitle" idx="3"/>
          </p:nvPr>
        </p:nvSpPr>
        <p:spPr>
          <a:xfrm>
            <a:off x="1253225"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4" name="Google Shape;504;p17"/>
          <p:cNvSpPr txBox="1">
            <a:spLocks noGrp="1"/>
          </p:cNvSpPr>
          <p:nvPr>
            <p:ph type="subTitle" idx="4"/>
          </p:nvPr>
        </p:nvSpPr>
        <p:spPr>
          <a:xfrm>
            <a:off x="5079776"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5" name="Google Shape;505;p17"/>
          <p:cNvSpPr txBox="1">
            <a:spLocks noGrp="1"/>
          </p:cNvSpPr>
          <p:nvPr>
            <p:ph type="subTitle" idx="5"/>
          </p:nvPr>
        </p:nvSpPr>
        <p:spPr>
          <a:xfrm>
            <a:off x="1253225"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6" name="Google Shape;506;p17"/>
          <p:cNvSpPr txBox="1">
            <a:spLocks noGrp="1"/>
          </p:cNvSpPr>
          <p:nvPr>
            <p:ph type="subTitle" idx="6"/>
          </p:nvPr>
        </p:nvSpPr>
        <p:spPr>
          <a:xfrm>
            <a:off x="1253225"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7" name="Google Shape;507;p17"/>
          <p:cNvSpPr txBox="1">
            <a:spLocks noGrp="1"/>
          </p:cNvSpPr>
          <p:nvPr>
            <p:ph type="subTitle" idx="7"/>
          </p:nvPr>
        </p:nvSpPr>
        <p:spPr>
          <a:xfrm>
            <a:off x="5079750"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8" name="Google Shape;508;p17"/>
          <p:cNvSpPr txBox="1">
            <a:spLocks noGrp="1"/>
          </p:cNvSpPr>
          <p:nvPr>
            <p:ph type="subTitle" idx="8"/>
          </p:nvPr>
        </p:nvSpPr>
        <p:spPr>
          <a:xfrm>
            <a:off x="5079750"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9" name="Google Shape;509;p17"/>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7"/>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17"/>
          <p:cNvGrpSpPr/>
          <p:nvPr/>
        </p:nvGrpSpPr>
        <p:grpSpPr>
          <a:xfrm>
            <a:off x="65066" y="4373044"/>
            <a:ext cx="878158" cy="654532"/>
            <a:chOff x="1114425" y="4361211"/>
            <a:chExt cx="573023" cy="427101"/>
          </a:xfrm>
        </p:grpSpPr>
        <p:grpSp>
          <p:nvGrpSpPr>
            <p:cNvPr id="512" name="Google Shape;512;p17"/>
            <p:cNvGrpSpPr/>
            <p:nvPr/>
          </p:nvGrpSpPr>
          <p:grpSpPr>
            <a:xfrm>
              <a:off x="1114425" y="4361211"/>
              <a:ext cx="573023" cy="427101"/>
              <a:chOff x="1114425" y="4361211"/>
              <a:chExt cx="573023" cy="427101"/>
            </a:xfrm>
          </p:grpSpPr>
          <p:sp>
            <p:nvSpPr>
              <p:cNvPr id="513" name="Google Shape;513;p1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14" name="Google Shape;514;p1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15" name="Google Shape;515;p1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516" name="Google Shape;516;p1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17" name="Google Shape;517;p17"/>
          <p:cNvGrpSpPr/>
          <p:nvPr/>
        </p:nvGrpSpPr>
        <p:grpSpPr>
          <a:xfrm>
            <a:off x="8114970" y="266839"/>
            <a:ext cx="829992" cy="750888"/>
            <a:chOff x="8114596" y="445039"/>
            <a:chExt cx="633002" cy="572716"/>
          </a:xfrm>
        </p:grpSpPr>
        <p:grpSp>
          <p:nvGrpSpPr>
            <p:cNvPr id="518" name="Google Shape;518;p17"/>
            <p:cNvGrpSpPr/>
            <p:nvPr/>
          </p:nvGrpSpPr>
          <p:grpSpPr>
            <a:xfrm>
              <a:off x="8114596" y="445039"/>
              <a:ext cx="633002" cy="572716"/>
              <a:chOff x="7189660" y="520827"/>
              <a:chExt cx="598074" cy="541115"/>
            </a:xfrm>
          </p:grpSpPr>
          <p:sp>
            <p:nvSpPr>
              <p:cNvPr id="519" name="Google Shape;519;p17"/>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520" name="Google Shape;520;p17"/>
              <p:cNvGrpSpPr/>
              <p:nvPr/>
            </p:nvGrpSpPr>
            <p:grpSpPr>
              <a:xfrm>
                <a:off x="7579137" y="551973"/>
                <a:ext cx="164782" cy="41529"/>
                <a:chOff x="7579137" y="551973"/>
                <a:chExt cx="164782" cy="41529"/>
              </a:xfrm>
            </p:grpSpPr>
            <p:sp>
              <p:nvSpPr>
                <p:cNvPr id="521" name="Google Shape;521;p17"/>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22" name="Google Shape;522;p17"/>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23" name="Google Shape;523;p17"/>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524" name="Google Shape;524;p17"/>
            <p:cNvGrpSpPr/>
            <p:nvPr/>
          </p:nvGrpSpPr>
          <p:grpSpPr>
            <a:xfrm>
              <a:off x="8184962" y="619646"/>
              <a:ext cx="498115" cy="257273"/>
              <a:chOff x="7256144" y="685800"/>
              <a:chExt cx="470630" cy="243077"/>
            </a:xfrm>
          </p:grpSpPr>
          <p:sp>
            <p:nvSpPr>
              <p:cNvPr id="525" name="Google Shape;525;p17"/>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526" name="Google Shape;526;p17"/>
              <p:cNvGrpSpPr/>
              <p:nvPr/>
            </p:nvGrpSpPr>
            <p:grpSpPr>
              <a:xfrm>
                <a:off x="7512843" y="685800"/>
                <a:ext cx="213931" cy="243077"/>
                <a:chOff x="7512843" y="685800"/>
                <a:chExt cx="213931" cy="243077"/>
              </a:xfrm>
            </p:grpSpPr>
            <p:grpSp>
              <p:nvGrpSpPr>
                <p:cNvPr id="527" name="Google Shape;527;p17"/>
                <p:cNvGrpSpPr/>
                <p:nvPr/>
              </p:nvGrpSpPr>
              <p:grpSpPr>
                <a:xfrm>
                  <a:off x="7512843" y="836580"/>
                  <a:ext cx="213931" cy="92297"/>
                  <a:chOff x="7512843" y="836580"/>
                  <a:chExt cx="213931" cy="92297"/>
                </a:xfrm>
              </p:grpSpPr>
              <p:sp>
                <p:nvSpPr>
                  <p:cNvPr id="528" name="Google Shape;528;p17"/>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29" name="Google Shape;529;p17"/>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30" name="Google Shape;530;p17"/>
                <p:cNvGrpSpPr/>
                <p:nvPr/>
              </p:nvGrpSpPr>
              <p:grpSpPr>
                <a:xfrm>
                  <a:off x="7512843" y="761238"/>
                  <a:ext cx="213931" cy="92296"/>
                  <a:chOff x="7512843" y="761238"/>
                  <a:chExt cx="213931" cy="92296"/>
                </a:xfrm>
              </p:grpSpPr>
              <p:sp>
                <p:nvSpPr>
                  <p:cNvPr id="531" name="Google Shape;531;p17"/>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32" name="Google Shape;532;p17"/>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33" name="Google Shape;533;p17"/>
                <p:cNvGrpSpPr/>
                <p:nvPr/>
              </p:nvGrpSpPr>
              <p:grpSpPr>
                <a:xfrm>
                  <a:off x="7512843" y="685800"/>
                  <a:ext cx="213931" cy="92297"/>
                  <a:chOff x="7512843" y="685800"/>
                  <a:chExt cx="213931" cy="92297"/>
                </a:xfrm>
              </p:grpSpPr>
              <p:sp>
                <p:nvSpPr>
                  <p:cNvPr id="534" name="Google Shape;534;p17"/>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35" name="Google Shape;535;p17"/>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36"/>
        <p:cNvGrpSpPr/>
        <p:nvPr/>
      </p:nvGrpSpPr>
      <p:grpSpPr>
        <a:xfrm>
          <a:off x="0" y="0"/>
          <a:ext cx="0" cy="0"/>
          <a:chOff x="0" y="0"/>
          <a:chExt cx="0" cy="0"/>
        </a:xfrm>
      </p:grpSpPr>
      <p:sp>
        <p:nvSpPr>
          <p:cNvPr id="537" name="Google Shape;53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8" name="Google Shape;538;p18"/>
          <p:cNvSpPr txBox="1">
            <a:spLocks noGrp="1"/>
          </p:cNvSpPr>
          <p:nvPr>
            <p:ph type="subTitle" idx="1"/>
          </p:nvPr>
        </p:nvSpPr>
        <p:spPr>
          <a:xfrm>
            <a:off x="723900" y="171015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9" name="Google Shape;539;p18"/>
          <p:cNvSpPr txBox="1">
            <a:spLocks noGrp="1"/>
          </p:cNvSpPr>
          <p:nvPr>
            <p:ph type="subTitle" idx="2"/>
          </p:nvPr>
        </p:nvSpPr>
        <p:spPr>
          <a:xfrm>
            <a:off x="3577144"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0" name="Google Shape;540;p18"/>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1" name="Google Shape;541;p18"/>
          <p:cNvSpPr txBox="1">
            <a:spLocks noGrp="1"/>
          </p:cNvSpPr>
          <p:nvPr>
            <p:ph type="subTitle" idx="4"/>
          </p:nvPr>
        </p:nvSpPr>
        <p:spPr>
          <a:xfrm>
            <a:off x="3577144"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2" name="Google Shape;542;p18"/>
          <p:cNvSpPr txBox="1">
            <a:spLocks noGrp="1"/>
          </p:cNvSpPr>
          <p:nvPr>
            <p:ph type="subTitle" idx="5"/>
          </p:nvPr>
        </p:nvSpPr>
        <p:spPr>
          <a:xfrm>
            <a:off x="6430388"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3" name="Google Shape;543;p18"/>
          <p:cNvSpPr txBox="1">
            <a:spLocks noGrp="1"/>
          </p:cNvSpPr>
          <p:nvPr>
            <p:ph type="subTitle" idx="6"/>
          </p:nvPr>
        </p:nvSpPr>
        <p:spPr>
          <a:xfrm>
            <a:off x="6430388"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4" name="Google Shape;544;p18"/>
          <p:cNvSpPr txBox="1">
            <a:spLocks noGrp="1"/>
          </p:cNvSpPr>
          <p:nvPr>
            <p:ph type="subTitle" idx="7"/>
          </p:nvPr>
        </p:nvSpPr>
        <p:spPr>
          <a:xfrm>
            <a:off x="731700" y="1060275"/>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5" name="Google Shape;545;p18"/>
          <p:cNvSpPr txBox="1">
            <a:spLocks noGrp="1"/>
          </p:cNvSpPr>
          <p:nvPr>
            <p:ph type="subTitle" idx="8"/>
          </p:nvPr>
        </p:nvSpPr>
        <p:spPr>
          <a:xfrm>
            <a:off x="3582994"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6" name="Google Shape;546;p18"/>
          <p:cNvSpPr txBox="1">
            <a:spLocks noGrp="1"/>
          </p:cNvSpPr>
          <p:nvPr>
            <p:ph type="subTitle" idx="9"/>
          </p:nvPr>
        </p:nvSpPr>
        <p:spPr>
          <a:xfrm>
            <a:off x="6434288"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7" name="Google Shape;547;p18"/>
          <p:cNvSpPr txBox="1">
            <a:spLocks noGrp="1"/>
          </p:cNvSpPr>
          <p:nvPr>
            <p:ph type="subTitle" idx="13"/>
          </p:nvPr>
        </p:nvSpPr>
        <p:spPr>
          <a:xfrm>
            <a:off x="723900" y="2845800"/>
            <a:ext cx="19860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8" name="Google Shape;548;p18"/>
          <p:cNvSpPr txBox="1">
            <a:spLocks noGrp="1"/>
          </p:cNvSpPr>
          <p:nvPr>
            <p:ph type="subTitle" idx="14"/>
          </p:nvPr>
        </p:nvSpPr>
        <p:spPr>
          <a:xfrm>
            <a:off x="3582995"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9" name="Google Shape;549;p18"/>
          <p:cNvSpPr txBox="1">
            <a:spLocks noGrp="1"/>
          </p:cNvSpPr>
          <p:nvPr>
            <p:ph type="subTitle" idx="15"/>
          </p:nvPr>
        </p:nvSpPr>
        <p:spPr>
          <a:xfrm>
            <a:off x="6434290"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50" name="Google Shape;550;p18"/>
          <p:cNvSpPr/>
          <p:nvPr/>
        </p:nvSpPr>
        <p:spPr>
          <a:xfrm rot="-3263452" flipH="1">
            <a:off x="7372110" y="40383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8"/>
          <p:cNvSpPr/>
          <p:nvPr/>
        </p:nvSpPr>
        <p:spPr>
          <a:xfrm rot="531647" flipH="1">
            <a:off x="-1621232" y="4095570"/>
            <a:ext cx="2581069" cy="208704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8"/>
          <p:cNvSpPr/>
          <p:nvPr/>
        </p:nvSpPr>
        <p:spPr>
          <a:xfrm rot="460658" flipH="1">
            <a:off x="7344116" y="-1448948"/>
            <a:ext cx="3053845" cy="246933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 name="Google Shape;553;p18"/>
          <p:cNvGrpSpPr/>
          <p:nvPr/>
        </p:nvGrpSpPr>
        <p:grpSpPr>
          <a:xfrm>
            <a:off x="7931872" y="177093"/>
            <a:ext cx="997823" cy="737095"/>
            <a:chOff x="7931872" y="177093"/>
            <a:chExt cx="997823" cy="737095"/>
          </a:xfrm>
        </p:grpSpPr>
        <p:grpSp>
          <p:nvGrpSpPr>
            <p:cNvPr id="554" name="Google Shape;554;p18"/>
            <p:cNvGrpSpPr/>
            <p:nvPr/>
          </p:nvGrpSpPr>
          <p:grpSpPr>
            <a:xfrm>
              <a:off x="7931872" y="177093"/>
              <a:ext cx="919725" cy="318025"/>
              <a:chOff x="7230903" y="4635722"/>
              <a:chExt cx="652843" cy="225742"/>
            </a:xfrm>
          </p:grpSpPr>
          <p:sp>
            <p:nvSpPr>
              <p:cNvPr id="555" name="Google Shape;555;p18"/>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56" name="Google Shape;556;p18"/>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557" name="Google Shape;557;p18"/>
              <p:cNvGrpSpPr/>
              <p:nvPr/>
            </p:nvGrpSpPr>
            <p:grpSpPr>
              <a:xfrm>
                <a:off x="7487126" y="4676394"/>
                <a:ext cx="332041" cy="142684"/>
                <a:chOff x="7487126" y="4676394"/>
                <a:chExt cx="332041" cy="142684"/>
              </a:xfrm>
            </p:grpSpPr>
            <p:sp>
              <p:nvSpPr>
                <p:cNvPr id="558" name="Google Shape;558;p18"/>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59" name="Google Shape;559;p18"/>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0" name="Google Shape;560;p18"/>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1" name="Google Shape;561;p18"/>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562" name="Google Shape;562;p18"/>
            <p:cNvGrpSpPr/>
            <p:nvPr/>
          </p:nvGrpSpPr>
          <p:grpSpPr>
            <a:xfrm>
              <a:off x="7931872" y="596163"/>
              <a:ext cx="919725" cy="318025"/>
              <a:chOff x="7230903" y="4933188"/>
              <a:chExt cx="652843" cy="225742"/>
            </a:xfrm>
          </p:grpSpPr>
          <p:grpSp>
            <p:nvGrpSpPr>
              <p:cNvPr id="563" name="Google Shape;563;p18"/>
              <p:cNvGrpSpPr/>
              <p:nvPr/>
            </p:nvGrpSpPr>
            <p:grpSpPr>
              <a:xfrm>
                <a:off x="7230903" y="4933188"/>
                <a:ext cx="652843" cy="225742"/>
                <a:chOff x="7230903" y="4933188"/>
                <a:chExt cx="652843" cy="225742"/>
              </a:xfrm>
            </p:grpSpPr>
            <p:sp>
              <p:nvSpPr>
                <p:cNvPr id="564" name="Google Shape;564;p18"/>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5" name="Google Shape;565;p18"/>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566" name="Google Shape;566;p18"/>
                <p:cNvGrpSpPr/>
                <p:nvPr/>
              </p:nvGrpSpPr>
              <p:grpSpPr>
                <a:xfrm>
                  <a:off x="7487126" y="4973859"/>
                  <a:ext cx="332041" cy="142684"/>
                  <a:chOff x="7487126" y="4973859"/>
                  <a:chExt cx="332041" cy="142684"/>
                </a:xfrm>
              </p:grpSpPr>
              <p:sp>
                <p:nvSpPr>
                  <p:cNvPr id="567" name="Google Shape;567;p18"/>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8" name="Google Shape;568;p18"/>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9" name="Google Shape;569;p18"/>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70" name="Google Shape;570;p18"/>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571" name="Google Shape;571;p18"/>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72" name="Google Shape;572;p18"/>
            <p:cNvGrpSpPr/>
            <p:nvPr/>
          </p:nvGrpSpPr>
          <p:grpSpPr>
            <a:xfrm>
              <a:off x="8756326" y="539537"/>
              <a:ext cx="173370" cy="112691"/>
              <a:chOff x="7816120" y="4892994"/>
              <a:chExt cx="123062" cy="79991"/>
            </a:xfrm>
          </p:grpSpPr>
          <p:grpSp>
            <p:nvGrpSpPr>
              <p:cNvPr id="573" name="Google Shape;573;p18"/>
              <p:cNvGrpSpPr/>
              <p:nvPr/>
            </p:nvGrpSpPr>
            <p:grpSpPr>
              <a:xfrm>
                <a:off x="7816120" y="4902803"/>
                <a:ext cx="123062" cy="63817"/>
                <a:chOff x="7816120" y="4902803"/>
                <a:chExt cx="123062" cy="63817"/>
              </a:xfrm>
            </p:grpSpPr>
            <p:sp>
              <p:nvSpPr>
                <p:cNvPr id="574" name="Google Shape;574;p18"/>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75" name="Google Shape;575;p18"/>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576" name="Google Shape;576;p18"/>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77"/>
        <p:cNvGrpSpPr/>
        <p:nvPr/>
      </p:nvGrpSpPr>
      <p:grpSpPr>
        <a:xfrm>
          <a:off x="0" y="0"/>
          <a:ext cx="0" cy="0"/>
          <a:chOff x="0" y="0"/>
          <a:chExt cx="0" cy="0"/>
        </a:xfrm>
      </p:grpSpPr>
      <p:sp>
        <p:nvSpPr>
          <p:cNvPr id="578" name="Google Shape;578;p19"/>
          <p:cNvSpPr txBox="1">
            <a:spLocks noGrp="1"/>
          </p:cNvSpPr>
          <p:nvPr>
            <p:ph type="title" hasCustomPrompt="1"/>
          </p:nvPr>
        </p:nvSpPr>
        <p:spPr>
          <a:xfrm>
            <a:off x="798388" y="2997571"/>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79" name="Google Shape;579;p19"/>
          <p:cNvSpPr txBox="1">
            <a:spLocks noGrp="1"/>
          </p:cNvSpPr>
          <p:nvPr>
            <p:ph type="subTitle" idx="1"/>
          </p:nvPr>
        </p:nvSpPr>
        <p:spPr>
          <a:xfrm>
            <a:off x="798388" y="3772215"/>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580" name="Google Shape;580;p19"/>
          <p:cNvSpPr txBox="1">
            <a:spLocks noGrp="1"/>
          </p:cNvSpPr>
          <p:nvPr>
            <p:ph type="title" idx="2" hasCustomPrompt="1"/>
          </p:nvPr>
        </p:nvSpPr>
        <p:spPr>
          <a:xfrm>
            <a:off x="2825700" y="102953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1" name="Google Shape;581;p19"/>
          <p:cNvSpPr txBox="1">
            <a:spLocks noGrp="1"/>
          </p:cNvSpPr>
          <p:nvPr>
            <p:ph type="subTitle" idx="3"/>
          </p:nvPr>
        </p:nvSpPr>
        <p:spPr>
          <a:xfrm>
            <a:off x="2825700" y="1804473"/>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582" name="Google Shape;582;p19"/>
          <p:cNvSpPr txBox="1">
            <a:spLocks noGrp="1"/>
          </p:cNvSpPr>
          <p:nvPr>
            <p:ph type="title" idx="4" hasCustomPrompt="1"/>
          </p:nvPr>
        </p:nvSpPr>
        <p:spPr>
          <a:xfrm>
            <a:off x="4853013" y="2997571"/>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3" name="Google Shape;583;p19"/>
          <p:cNvSpPr txBox="1">
            <a:spLocks noGrp="1"/>
          </p:cNvSpPr>
          <p:nvPr>
            <p:ph type="subTitle" idx="5"/>
          </p:nvPr>
        </p:nvSpPr>
        <p:spPr>
          <a:xfrm>
            <a:off x="4853013" y="3772215"/>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584" name="Google Shape;584;p19"/>
          <p:cNvSpPr/>
          <p:nvPr/>
        </p:nvSpPr>
        <p:spPr>
          <a:xfrm rot="-5710536">
            <a:off x="-1869285" y="3438573"/>
            <a:ext cx="3168438" cy="23079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9"/>
          <p:cNvSpPr/>
          <p:nvPr/>
        </p:nvSpPr>
        <p:spPr>
          <a:xfrm rot="-294905">
            <a:off x="7350387" y="3903245"/>
            <a:ext cx="3168449" cy="256199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86"/>
        <p:cNvGrpSpPr/>
        <p:nvPr/>
      </p:nvGrpSpPr>
      <p:grpSpPr>
        <a:xfrm>
          <a:off x="0" y="0"/>
          <a:ext cx="0" cy="0"/>
          <a:chOff x="0" y="0"/>
          <a:chExt cx="0" cy="0"/>
        </a:xfrm>
      </p:grpSpPr>
      <p:sp>
        <p:nvSpPr>
          <p:cNvPr id="587" name="Google Shape;587;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8" name="Google Shape;588;p20"/>
          <p:cNvSpPr/>
          <p:nvPr/>
        </p:nvSpPr>
        <p:spPr>
          <a:xfrm rot="337739" flipH="1">
            <a:off x="8212271" y="3187242"/>
            <a:ext cx="3158465" cy="351848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0"/>
          <p:cNvGrpSpPr/>
          <p:nvPr/>
        </p:nvGrpSpPr>
        <p:grpSpPr>
          <a:xfrm>
            <a:off x="90200" y="4214393"/>
            <a:ext cx="516117" cy="779220"/>
            <a:chOff x="10572463" y="3528536"/>
            <a:chExt cx="580168" cy="875823"/>
          </a:xfrm>
        </p:grpSpPr>
        <p:grpSp>
          <p:nvGrpSpPr>
            <p:cNvPr id="590" name="Google Shape;590;p20"/>
            <p:cNvGrpSpPr/>
            <p:nvPr/>
          </p:nvGrpSpPr>
          <p:grpSpPr>
            <a:xfrm>
              <a:off x="10713815" y="3528536"/>
              <a:ext cx="438816" cy="746664"/>
              <a:chOff x="10713815" y="3528536"/>
              <a:chExt cx="438816" cy="746664"/>
            </a:xfrm>
          </p:grpSpPr>
          <p:sp>
            <p:nvSpPr>
              <p:cNvPr id="591" name="Google Shape;591;p20"/>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592" name="Google Shape;592;p20"/>
              <p:cNvGrpSpPr/>
              <p:nvPr/>
            </p:nvGrpSpPr>
            <p:grpSpPr>
              <a:xfrm>
                <a:off x="10776489" y="3625310"/>
                <a:ext cx="313848" cy="288226"/>
                <a:chOff x="10776489" y="3625310"/>
                <a:chExt cx="313848" cy="288226"/>
              </a:xfrm>
            </p:grpSpPr>
            <p:sp>
              <p:nvSpPr>
                <p:cNvPr id="593" name="Google Shape;593;p20"/>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4" name="Google Shape;594;p20"/>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5" name="Google Shape;595;p20"/>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6" name="Google Shape;596;p20"/>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7" name="Google Shape;597;p20"/>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8" name="Google Shape;598;p20"/>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99" name="Google Shape;599;p20"/>
              <p:cNvGrpSpPr/>
              <p:nvPr/>
            </p:nvGrpSpPr>
            <p:grpSpPr>
              <a:xfrm>
                <a:off x="10776489" y="3999547"/>
                <a:ext cx="313848" cy="181546"/>
                <a:chOff x="10776489" y="3999547"/>
                <a:chExt cx="313848" cy="181546"/>
              </a:xfrm>
            </p:grpSpPr>
            <p:sp>
              <p:nvSpPr>
                <p:cNvPr id="600" name="Google Shape;600;p20"/>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01" name="Google Shape;601;p20"/>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02" name="Google Shape;602;p20"/>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03" name="Google Shape;603;p20"/>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604" name="Google Shape;604;p20"/>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05" name="Google Shape;605;p20"/>
            <p:cNvGrpSpPr/>
            <p:nvPr/>
          </p:nvGrpSpPr>
          <p:grpSpPr>
            <a:xfrm>
              <a:off x="10572463" y="3657790"/>
              <a:ext cx="438817" cy="746569"/>
              <a:chOff x="10572463" y="3657790"/>
              <a:chExt cx="438817" cy="746569"/>
            </a:xfrm>
          </p:grpSpPr>
          <p:sp>
            <p:nvSpPr>
              <p:cNvPr id="606" name="Google Shape;606;p20"/>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07" name="Google Shape;607;p20"/>
              <p:cNvGrpSpPr/>
              <p:nvPr/>
            </p:nvGrpSpPr>
            <p:grpSpPr>
              <a:xfrm>
                <a:off x="10635138" y="3754469"/>
                <a:ext cx="313848" cy="288321"/>
                <a:chOff x="10635138" y="3754469"/>
                <a:chExt cx="313848" cy="288321"/>
              </a:xfrm>
            </p:grpSpPr>
            <p:sp>
              <p:nvSpPr>
                <p:cNvPr id="608" name="Google Shape;608;p20"/>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09" name="Google Shape;609;p20"/>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0" name="Google Shape;610;p20"/>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1" name="Google Shape;611;p20"/>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2" name="Google Shape;612;p20"/>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3" name="Google Shape;613;p20"/>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14" name="Google Shape;614;p20"/>
              <p:cNvGrpSpPr/>
              <p:nvPr/>
            </p:nvGrpSpPr>
            <p:grpSpPr>
              <a:xfrm>
                <a:off x="10635138" y="4128801"/>
                <a:ext cx="313848" cy="181547"/>
                <a:chOff x="10635138" y="4128801"/>
                <a:chExt cx="313848" cy="181547"/>
              </a:xfrm>
            </p:grpSpPr>
            <p:sp>
              <p:nvSpPr>
                <p:cNvPr id="615" name="Google Shape;615;p20"/>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6" name="Google Shape;616;p20"/>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7" name="Google Shape;617;p20"/>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8" name="Google Shape;618;p20"/>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619" name="Google Shape;619;p20"/>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620" name="Google Shape;620;p20"/>
          <p:cNvSpPr/>
          <p:nvPr/>
        </p:nvSpPr>
        <p:spPr>
          <a:xfrm rot="-3657034" flipH="1">
            <a:off x="-1404232" y="-737971"/>
            <a:ext cx="2746020" cy="16278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20"/>
          <p:cNvGrpSpPr/>
          <p:nvPr/>
        </p:nvGrpSpPr>
        <p:grpSpPr>
          <a:xfrm>
            <a:off x="8114970" y="266839"/>
            <a:ext cx="829992" cy="750888"/>
            <a:chOff x="8114596" y="445039"/>
            <a:chExt cx="633002" cy="572716"/>
          </a:xfrm>
        </p:grpSpPr>
        <p:grpSp>
          <p:nvGrpSpPr>
            <p:cNvPr id="622" name="Google Shape;622;p20"/>
            <p:cNvGrpSpPr/>
            <p:nvPr/>
          </p:nvGrpSpPr>
          <p:grpSpPr>
            <a:xfrm>
              <a:off x="8114596" y="445039"/>
              <a:ext cx="633002" cy="572716"/>
              <a:chOff x="7189660" y="520827"/>
              <a:chExt cx="598074" cy="541115"/>
            </a:xfrm>
          </p:grpSpPr>
          <p:sp>
            <p:nvSpPr>
              <p:cNvPr id="623" name="Google Shape;623;p20"/>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24" name="Google Shape;624;p20"/>
              <p:cNvGrpSpPr/>
              <p:nvPr/>
            </p:nvGrpSpPr>
            <p:grpSpPr>
              <a:xfrm>
                <a:off x="7579137" y="551973"/>
                <a:ext cx="164782" cy="41529"/>
                <a:chOff x="7579137" y="551973"/>
                <a:chExt cx="164782" cy="41529"/>
              </a:xfrm>
            </p:grpSpPr>
            <p:sp>
              <p:nvSpPr>
                <p:cNvPr id="625" name="Google Shape;625;p20"/>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26" name="Google Shape;626;p20"/>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27" name="Google Shape;627;p20"/>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628" name="Google Shape;628;p20"/>
            <p:cNvGrpSpPr/>
            <p:nvPr/>
          </p:nvGrpSpPr>
          <p:grpSpPr>
            <a:xfrm>
              <a:off x="8184962" y="619646"/>
              <a:ext cx="498115" cy="257273"/>
              <a:chOff x="7256144" y="685800"/>
              <a:chExt cx="470630" cy="243077"/>
            </a:xfrm>
          </p:grpSpPr>
          <p:sp>
            <p:nvSpPr>
              <p:cNvPr id="629" name="Google Shape;629;p20"/>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30" name="Google Shape;630;p20"/>
              <p:cNvGrpSpPr/>
              <p:nvPr/>
            </p:nvGrpSpPr>
            <p:grpSpPr>
              <a:xfrm>
                <a:off x="7512843" y="685800"/>
                <a:ext cx="213931" cy="243077"/>
                <a:chOff x="7512843" y="685800"/>
                <a:chExt cx="213931" cy="243077"/>
              </a:xfrm>
            </p:grpSpPr>
            <p:grpSp>
              <p:nvGrpSpPr>
                <p:cNvPr id="631" name="Google Shape;631;p20"/>
                <p:cNvGrpSpPr/>
                <p:nvPr/>
              </p:nvGrpSpPr>
              <p:grpSpPr>
                <a:xfrm>
                  <a:off x="7512843" y="836580"/>
                  <a:ext cx="213931" cy="92297"/>
                  <a:chOff x="7512843" y="836580"/>
                  <a:chExt cx="213931" cy="92297"/>
                </a:xfrm>
              </p:grpSpPr>
              <p:sp>
                <p:nvSpPr>
                  <p:cNvPr id="632" name="Google Shape;632;p20"/>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33" name="Google Shape;633;p20"/>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34" name="Google Shape;634;p20"/>
                <p:cNvGrpSpPr/>
                <p:nvPr/>
              </p:nvGrpSpPr>
              <p:grpSpPr>
                <a:xfrm>
                  <a:off x="7512843" y="761238"/>
                  <a:ext cx="213931" cy="92296"/>
                  <a:chOff x="7512843" y="761238"/>
                  <a:chExt cx="213931" cy="92296"/>
                </a:xfrm>
              </p:grpSpPr>
              <p:sp>
                <p:nvSpPr>
                  <p:cNvPr id="635" name="Google Shape;635;p20"/>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36" name="Google Shape;636;p20"/>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37" name="Google Shape;637;p20"/>
                <p:cNvGrpSpPr/>
                <p:nvPr/>
              </p:nvGrpSpPr>
              <p:grpSpPr>
                <a:xfrm>
                  <a:off x="7512843" y="685800"/>
                  <a:ext cx="213931" cy="92297"/>
                  <a:chOff x="7512843" y="685800"/>
                  <a:chExt cx="213931" cy="92297"/>
                </a:xfrm>
              </p:grpSpPr>
              <p:sp>
                <p:nvSpPr>
                  <p:cNvPr id="638" name="Google Shape;638;p20"/>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39" name="Google Shape;639;p20"/>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40"/>
        <p:cNvGrpSpPr/>
        <p:nvPr/>
      </p:nvGrpSpPr>
      <p:grpSpPr>
        <a:xfrm>
          <a:off x="0" y="0"/>
          <a:ext cx="0" cy="0"/>
          <a:chOff x="0" y="0"/>
          <a:chExt cx="0" cy="0"/>
        </a:xfrm>
      </p:grpSpPr>
      <p:sp>
        <p:nvSpPr>
          <p:cNvPr id="641" name="Google Shape;641;p21"/>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43" name="Google Shape;643;p21"/>
          <p:cNvGrpSpPr/>
          <p:nvPr/>
        </p:nvGrpSpPr>
        <p:grpSpPr>
          <a:xfrm flipH="1">
            <a:off x="683048" y="4696520"/>
            <a:ext cx="325927" cy="404808"/>
            <a:chOff x="7385113" y="1535430"/>
            <a:chExt cx="435673" cy="541115"/>
          </a:xfrm>
        </p:grpSpPr>
        <p:sp>
          <p:nvSpPr>
            <p:cNvPr id="644" name="Google Shape;644;p21"/>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45" name="Google Shape;645;p21"/>
            <p:cNvGrpSpPr/>
            <p:nvPr/>
          </p:nvGrpSpPr>
          <p:grpSpPr>
            <a:xfrm>
              <a:off x="7612094" y="1566576"/>
              <a:ext cx="164781" cy="41529"/>
              <a:chOff x="7612094" y="1566576"/>
              <a:chExt cx="164781" cy="41529"/>
            </a:xfrm>
          </p:grpSpPr>
          <p:sp>
            <p:nvSpPr>
              <p:cNvPr id="646" name="Google Shape;646;p21"/>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47" name="Google Shape;647;p21"/>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48" name="Google Shape;648;p21"/>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649" name="Google Shape;649;p21"/>
          <p:cNvGrpSpPr/>
          <p:nvPr/>
        </p:nvGrpSpPr>
        <p:grpSpPr>
          <a:xfrm flipH="1">
            <a:off x="713902" y="4774546"/>
            <a:ext cx="268636" cy="280965"/>
            <a:chOff x="7420451" y="1639728"/>
            <a:chExt cx="359091" cy="375571"/>
          </a:xfrm>
        </p:grpSpPr>
        <p:sp>
          <p:nvSpPr>
            <p:cNvPr id="650" name="Google Shape;650;p21"/>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51" name="Google Shape;651;p21"/>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52" name="Google Shape;652;p21"/>
          <p:cNvGrpSpPr/>
          <p:nvPr/>
        </p:nvGrpSpPr>
        <p:grpSpPr>
          <a:xfrm flipH="1">
            <a:off x="96200" y="4469347"/>
            <a:ext cx="355444" cy="644072"/>
            <a:chOff x="1945386" y="5582316"/>
            <a:chExt cx="470725" cy="852963"/>
          </a:xfrm>
        </p:grpSpPr>
        <p:grpSp>
          <p:nvGrpSpPr>
            <p:cNvPr id="653" name="Google Shape;653;p21"/>
            <p:cNvGrpSpPr/>
            <p:nvPr/>
          </p:nvGrpSpPr>
          <p:grpSpPr>
            <a:xfrm>
              <a:off x="1945386" y="5582316"/>
              <a:ext cx="470725" cy="852963"/>
              <a:chOff x="1945386" y="5582316"/>
              <a:chExt cx="470725" cy="852963"/>
            </a:xfrm>
          </p:grpSpPr>
          <p:sp>
            <p:nvSpPr>
              <p:cNvPr id="654" name="Google Shape;654;p21"/>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55" name="Google Shape;655;p21"/>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656" name="Google Shape;656;p21"/>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57" name="Google Shape;657;p21"/>
          <p:cNvGrpSpPr/>
          <p:nvPr/>
        </p:nvGrpSpPr>
        <p:grpSpPr>
          <a:xfrm>
            <a:off x="7975988" y="116167"/>
            <a:ext cx="1061979" cy="558999"/>
            <a:chOff x="3859815" y="2867310"/>
            <a:chExt cx="1262157" cy="664368"/>
          </a:xfrm>
        </p:grpSpPr>
        <p:sp>
          <p:nvSpPr>
            <p:cNvPr id="658" name="Google Shape;658;p21"/>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59" name="Google Shape;659;p21"/>
            <p:cNvGrpSpPr/>
            <p:nvPr/>
          </p:nvGrpSpPr>
          <p:grpSpPr>
            <a:xfrm>
              <a:off x="4275677" y="3065525"/>
              <a:ext cx="334517" cy="380047"/>
              <a:chOff x="4275677" y="3065525"/>
              <a:chExt cx="334517" cy="380047"/>
            </a:xfrm>
          </p:grpSpPr>
          <p:grpSp>
            <p:nvGrpSpPr>
              <p:cNvPr id="660" name="Google Shape;660;p21"/>
              <p:cNvGrpSpPr/>
              <p:nvPr/>
            </p:nvGrpSpPr>
            <p:grpSpPr>
              <a:xfrm>
                <a:off x="4275677" y="3065525"/>
                <a:ext cx="334517" cy="380047"/>
                <a:chOff x="4275677" y="3065525"/>
                <a:chExt cx="334517" cy="380047"/>
              </a:xfrm>
            </p:grpSpPr>
            <p:grpSp>
              <p:nvGrpSpPr>
                <p:cNvPr id="661" name="Google Shape;661;p21"/>
                <p:cNvGrpSpPr/>
                <p:nvPr/>
              </p:nvGrpSpPr>
              <p:grpSpPr>
                <a:xfrm>
                  <a:off x="4275677" y="3301269"/>
                  <a:ext cx="334422" cy="144303"/>
                  <a:chOff x="4275677" y="3301269"/>
                  <a:chExt cx="334422" cy="144303"/>
                </a:xfrm>
              </p:grpSpPr>
              <p:sp>
                <p:nvSpPr>
                  <p:cNvPr id="662" name="Google Shape;662;p21"/>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3" name="Google Shape;663;p21"/>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64" name="Google Shape;664;p21"/>
                <p:cNvGrpSpPr/>
                <p:nvPr/>
              </p:nvGrpSpPr>
              <p:grpSpPr>
                <a:xfrm>
                  <a:off x="4275677" y="3183350"/>
                  <a:ext cx="334422" cy="144302"/>
                  <a:chOff x="4275677" y="3183350"/>
                  <a:chExt cx="334422" cy="144302"/>
                </a:xfrm>
              </p:grpSpPr>
              <p:sp>
                <p:nvSpPr>
                  <p:cNvPr id="665" name="Google Shape;665;p21"/>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6" name="Google Shape;666;p21"/>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667" name="Google Shape;667;p21"/>
                <p:cNvGrpSpPr/>
                <p:nvPr/>
              </p:nvGrpSpPr>
              <p:grpSpPr>
                <a:xfrm>
                  <a:off x="4275677" y="3065525"/>
                  <a:ext cx="334517" cy="144303"/>
                  <a:chOff x="4275677" y="3065525"/>
                  <a:chExt cx="334517" cy="144303"/>
                </a:xfrm>
              </p:grpSpPr>
              <p:sp>
                <p:nvSpPr>
                  <p:cNvPr id="668" name="Google Shape;668;p21"/>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9" name="Google Shape;669;p21"/>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670" name="Google Shape;670;p21"/>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1" name="Google Shape;671;p21"/>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2" name="Google Shape;672;p21"/>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673" name="Google Shape;673;p21"/>
          <p:cNvGrpSpPr/>
          <p:nvPr/>
        </p:nvGrpSpPr>
        <p:grpSpPr>
          <a:xfrm rot="5400000" flipH="1">
            <a:off x="557972" y="4696603"/>
            <a:ext cx="16329" cy="218290"/>
            <a:chOff x="10809827" y="4402455"/>
            <a:chExt cx="24764" cy="330993"/>
          </a:xfrm>
        </p:grpSpPr>
        <p:sp>
          <p:nvSpPr>
            <p:cNvPr id="674" name="Google Shape;674;p21"/>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5" name="Google Shape;675;p21"/>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6" name="Google Shape;676;p21"/>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677" name="Google Shape;677;p21"/>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79"/>
        <p:cNvGrpSpPr/>
        <p:nvPr/>
      </p:nvGrpSpPr>
      <p:grpSpPr>
        <a:xfrm>
          <a:off x="0" y="0"/>
          <a:ext cx="0" cy="0"/>
          <a:chOff x="0" y="0"/>
          <a:chExt cx="0" cy="0"/>
        </a:xfrm>
      </p:grpSpPr>
      <p:sp>
        <p:nvSpPr>
          <p:cNvPr id="680" name="Google Shape;680;p22"/>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1" name="Google Shape;681;p22"/>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2" name="Google Shape;682;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GB" sz="1200" b="1">
                <a:solidFill>
                  <a:schemeClr val="dk1"/>
                </a:solidFill>
                <a:latin typeface="Open Sans"/>
                <a:ea typeface="Open Sans"/>
                <a:cs typeface="Open Sans"/>
                <a:sym typeface="Open Sans"/>
              </a:rPr>
              <a:t>CREDITS:</a:t>
            </a:r>
            <a:r>
              <a:rPr lang="en-GB" sz="1200">
                <a:solidFill>
                  <a:schemeClr val="dk1"/>
                </a:solidFill>
                <a:latin typeface="Open Sans"/>
                <a:ea typeface="Open Sans"/>
                <a:cs typeface="Open Sans"/>
                <a:sym typeface="Open Sans"/>
              </a:rPr>
              <a:t> This presentation template was created by </a:t>
            </a:r>
            <a:r>
              <a:rPr lang="en-GB" sz="1200" b="1" u="sng">
                <a:solidFill>
                  <a:schemeClr val="hlink"/>
                </a:solidFill>
                <a:latin typeface="Open Sans"/>
                <a:ea typeface="Open Sans"/>
                <a:cs typeface="Open Sans"/>
                <a:sym typeface="Open Sans"/>
                <a:hlinkClick r:id="rId2"/>
              </a:rPr>
              <a:t>Slidesgo</a:t>
            </a:r>
            <a:r>
              <a:rPr lang="en-GB" sz="1200">
                <a:solidFill>
                  <a:schemeClr val="dk1"/>
                </a:solidFill>
                <a:latin typeface="Open Sans"/>
                <a:ea typeface="Open Sans"/>
                <a:cs typeface="Open Sans"/>
                <a:sym typeface="Open Sans"/>
              </a:rPr>
              <a:t>, and includes icons, infographics &amp; images by </a:t>
            </a:r>
            <a:r>
              <a:rPr lang="en-GB" sz="1200" b="1" u="sng">
                <a:solidFill>
                  <a:schemeClr val="dk1"/>
                </a:solidFill>
                <a:latin typeface="Open Sans"/>
                <a:ea typeface="Open Sans"/>
                <a:cs typeface="Open Sans"/>
                <a:sym typeface="Open Sans"/>
                <a:hlinkClick r:id="rId3"/>
              </a:rPr>
              <a:t>Freepik</a:t>
            </a:r>
            <a:r>
              <a:rPr lang="en-GB"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
        <p:nvSpPr>
          <p:cNvPr id="683" name="Google Shape;683;p22"/>
          <p:cNvSpPr/>
          <p:nvPr/>
        </p:nvSpPr>
        <p:spPr>
          <a:xfrm rot="-2493044" flipH="1">
            <a:off x="-1086706" y="-570280"/>
            <a:ext cx="2902912" cy="23472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rot="-5051288" flipH="1">
            <a:off x="7227752" y="3451481"/>
            <a:ext cx="2997828" cy="2576307"/>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rot="460638" flipH="1">
            <a:off x="178423" y="3742788"/>
            <a:ext cx="1359611" cy="122255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rot="460623" flipH="1">
            <a:off x="6683138" y="-2074210"/>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87"/>
        <p:cNvGrpSpPr/>
        <p:nvPr/>
      </p:nvGrpSpPr>
      <p:grpSpPr>
        <a:xfrm>
          <a:off x="0" y="0"/>
          <a:ext cx="0" cy="0"/>
          <a:chOff x="0" y="0"/>
          <a:chExt cx="0" cy="0"/>
        </a:xfrm>
      </p:grpSpPr>
      <p:sp>
        <p:nvSpPr>
          <p:cNvPr id="688" name="Google Shape;688;p23"/>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7931872" y="177093"/>
            <a:ext cx="997823" cy="737095"/>
            <a:chOff x="7931872" y="177093"/>
            <a:chExt cx="997823" cy="737095"/>
          </a:xfrm>
        </p:grpSpPr>
        <p:grpSp>
          <p:nvGrpSpPr>
            <p:cNvPr id="693" name="Google Shape;693;p23"/>
            <p:cNvGrpSpPr/>
            <p:nvPr/>
          </p:nvGrpSpPr>
          <p:grpSpPr>
            <a:xfrm>
              <a:off x="7931872" y="177093"/>
              <a:ext cx="919725" cy="318025"/>
              <a:chOff x="7230903" y="4635722"/>
              <a:chExt cx="652843" cy="225742"/>
            </a:xfrm>
          </p:grpSpPr>
          <p:sp>
            <p:nvSpPr>
              <p:cNvPr id="694" name="Google Shape;694;p23"/>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5" name="Google Shape;695;p23"/>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696" name="Google Shape;696;p23"/>
              <p:cNvGrpSpPr/>
              <p:nvPr/>
            </p:nvGrpSpPr>
            <p:grpSpPr>
              <a:xfrm>
                <a:off x="7487126" y="4676394"/>
                <a:ext cx="332041" cy="142684"/>
                <a:chOff x="7487126" y="4676394"/>
                <a:chExt cx="332041" cy="142684"/>
              </a:xfrm>
            </p:grpSpPr>
            <p:sp>
              <p:nvSpPr>
                <p:cNvPr id="697" name="Google Shape;697;p23"/>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8" name="Google Shape;698;p23"/>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9" name="Google Shape;699;p23"/>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0" name="Google Shape;700;p23"/>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701" name="Google Shape;701;p23"/>
            <p:cNvGrpSpPr/>
            <p:nvPr/>
          </p:nvGrpSpPr>
          <p:grpSpPr>
            <a:xfrm>
              <a:off x="7931872" y="596163"/>
              <a:ext cx="919725" cy="318025"/>
              <a:chOff x="7230903" y="4933188"/>
              <a:chExt cx="652843" cy="225742"/>
            </a:xfrm>
          </p:grpSpPr>
          <p:grpSp>
            <p:nvGrpSpPr>
              <p:cNvPr id="702" name="Google Shape;702;p23"/>
              <p:cNvGrpSpPr/>
              <p:nvPr/>
            </p:nvGrpSpPr>
            <p:grpSpPr>
              <a:xfrm>
                <a:off x="7230903" y="4933188"/>
                <a:ext cx="652843" cy="225742"/>
                <a:chOff x="7230903" y="4933188"/>
                <a:chExt cx="652843" cy="225742"/>
              </a:xfrm>
            </p:grpSpPr>
            <p:sp>
              <p:nvSpPr>
                <p:cNvPr id="703" name="Google Shape;703;p23"/>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4" name="Google Shape;704;p23"/>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05" name="Google Shape;705;p23"/>
                <p:cNvGrpSpPr/>
                <p:nvPr/>
              </p:nvGrpSpPr>
              <p:grpSpPr>
                <a:xfrm>
                  <a:off x="7487126" y="4973859"/>
                  <a:ext cx="332041" cy="142684"/>
                  <a:chOff x="7487126" y="4973859"/>
                  <a:chExt cx="332041" cy="142684"/>
                </a:xfrm>
              </p:grpSpPr>
              <p:sp>
                <p:nvSpPr>
                  <p:cNvPr id="706" name="Google Shape;706;p23"/>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7" name="Google Shape;707;p23"/>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8" name="Google Shape;708;p23"/>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9" name="Google Shape;709;p23"/>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710" name="Google Shape;710;p23"/>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11" name="Google Shape;711;p23"/>
            <p:cNvGrpSpPr/>
            <p:nvPr/>
          </p:nvGrpSpPr>
          <p:grpSpPr>
            <a:xfrm>
              <a:off x="8756326" y="539537"/>
              <a:ext cx="173370" cy="112691"/>
              <a:chOff x="7816120" y="4892994"/>
              <a:chExt cx="123062" cy="79991"/>
            </a:xfrm>
          </p:grpSpPr>
          <p:grpSp>
            <p:nvGrpSpPr>
              <p:cNvPr id="712" name="Google Shape;712;p23"/>
              <p:cNvGrpSpPr/>
              <p:nvPr/>
            </p:nvGrpSpPr>
            <p:grpSpPr>
              <a:xfrm>
                <a:off x="7816120" y="4902803"/>
                <a:ext cx="123062" cy="63817"/>
                <a:chOff x="7816120" y="4902803"/>
                <a:chExt cx="123062" cy="63817"/>
              </a:xfrm>
            </p:grpSpPr>
            <p:sp>
              <p:nvSpPr>
                <p:cNvPr id="713" name="Google Shape;713;p23"/>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14" name="Google Shape;714;p23"/>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715" name="Google Shape;715;p23"/>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16"/>
        <p:cNvGrpSpPr/>
        <p:nvPr/>
      </p:nvGrpSpPr>
      <p:grpSpPr>
        <a:xfrm>
          <a:off x="0" y="0"/>
          <a:ext cx="0" cy="0"/>
          <a:chOff x="0" y="0"/>
          <a:chExt cx="0" cy="0"/>
        </a:xfrm>
      </p:grpSpPr>
      <p:sp>
        <p:nvSpPr>
          <p:cNvPr id="717" name="Google Shape;717;p24"/>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4"/>
          <p:cNvGrpSpPr/>
          <p:nvPr/>
        </p:nvGrpSpPr>
        <p:grpSpPr>
          <a:xfrm>
            <a:off x="65066" y="4373044"/>
            <a:ext cx="878158" cy="654532"/>
            <a:chOff x="1114425" y="4361211"/>
            <a:chExt cx="573023" cy="427101"/>
          </a:xfrm>
        </p:grpSpPr>
        <p:grpSp>
          <p:nvGrpSpPr>
            <p:cNvPr id="720" name="Google Shape;720;p24"/>
            <p:cNvGrpSpPr/>
            <p:nvPr/>
          </p:nvGrpSpPr>
          <p:grpSpPr>
            <a:xfrm>
              <a:off x="1114425" y="4361211"/>
              <a:ext cx="573023" cy="427101"/>
              <a:chOff x="1114425" y="4361211"/>
              <a:chExt cx="573023" cy="427101"/>
            </a:xfrm>
          </p:grpSpPr>
          <p:sp>
            <p:nvSpPr>
              <p:cNvPr id="721" name="Google Shape;721;p2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22" name="Google Shape;722;p2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23" name="Google Shape;723;p2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724" name="Google Shape;724;p2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25" name="Google Shape;725;p24"/>
          <p:cNvGrpSpPr/>
          <p:nvPr/>
        </p:nvGrpSpPr>
        <p:grpSpPr>
          <a:xfrm>
            <a:off x="8114970" y="266839"/>
            <a:ext cx="829992" cy="750888"/>
            <a:chOff x="8114596" y="445039"/>
            <a:chExt cx="633002" cy="572716"/>
          </a:xfrm>
        </p:grpSpPr>
        <p:grpSp>
          <p:nvGrpSpPr>
            <p:cNvPr id="726" name="Google Shape;726;p24"/>
            <p:cNvGrpSpPr/>
            <p:nvPr/>
          </p:nvGrpSpPr>
          <p:grpSpPr>
            <a:xfrm>
              <a:off x="8114596" y="445039"/>
              <a:ext cx="633002" cy="572716"/>
              <a:chOff x="7189660" y="520827"/>
              <a:chExt cx="598074" cy="541115"/>
            </a:xfrm>
          </p:grpSpPr>
          <p:sp>
            <p:nvSpPr>
              <p:cNvPr id="727" name="Google Shape;727;p2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28" name="Google Shape;728;p24"/>
              <p:cNvGrpSpPr/>
              <p:nvPr/>
            </p:nvGrpSpPr>
            <p:grpSpPr>
              <a:xfrm>
                <a:off x="7579137" y="551973"/>
                <a:ext cx="164782" cy="41529"/>
                <a:chOff x="7579137" y="551973"/>
                <a:chExt cx="164782" cy="41529"/>
              </a:xfrm>
            </p:grpSpPr>
            <p:sp>
              <p:nvSpPr>
                <p:cNvPr id="729" name="Google Shape;729;p2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0" name="Google Shape;730;p2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1" name="Google Shape;731;p2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732" name="Google Shape;732;p24"/>
            <p:cNvGrpSpPr/>
            <p:nvPr/>
          </p:nvGrpSpPr>
          <p:grpSpPr>
            <a:xfrm>
              <a:off x="8184962" y="619646"/>
              <a:ext cx="498115" cy="257273"/>
              <a:chOff x="7256144" y="685800"/>
              <a:chExt cx="470630" cy="243077"/>
            </a:xfrm>
          </p:grpSpPr>
          <p:sp>
            <p:nvSpPr>
              <p:cNvPr id="733" name="Google Shape;733;p2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34" name="Google Shape;734;p24"/>
              <p:cNvGrpSpPr/>
              <p:nvPr/>
            </p:nvGrpSpPr>
            <p:grpSpPr>
              <a:xfrm>
                <a:off x="7512843" y="685800"/>
                <a:ext cx="213931" cy="243077"/>
                <a:chOff x="7512843" y="685800"/>
                <a:chExt cx="213931" cy="243077"/>
              </a:xfrm>
            </p:grpSpPr>
            <p:grpSp>
              <p:nvGrpSpPr>
                <p:cNvPr id="735" name="Google Shape;735;p24"/>
                <p:cNvGrpSpPr/>
                <p:nvPr/>
              </p:nvGrpSpPr>
              <p:grpSpPr>
                <a:xfrm>
                  <a:off x="7512843" y="836580"/>
                  <a:ext cx="213931" cy="92297"/>
                  <a:chOff x="7512843" y="836580"/>
                  <a:chExt cx="213931" cy="92297"/>
                </a:xfrm>
              </p:grpSpPr>
              <p:sp>
                <p:nvSpPr>
                  <p:cNvPr id="736" name="Google Shape;736;p2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7" name="Google Shape;737;p2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38" name="Google Shape;738;p24"/>
                <p:cNvGrpSpPr/>
                <p:nvPr/>
              </p:nvGrpSpPr>
              <p:grpSpPr>
                <a:xfrm>
                  <a:off x="7512843" y="761238"/>
                  <a:ext cx="213931" cy="92296"/>
                  <a:chOff x="7512843" y="761238"/>
                  <a:chExt cx="213931" cy="92296"/>
                </a:xfrm>
              </p:grpSpPr>
              <p:sp>
                <p:nvSpPr>
                  <p:cNvPr id="739" name="Google Shape;739;p2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40" name="Google Shape;740;p2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41" name="Google Shape;741;p24"/>
                <p:cNvGrpSpPr/>
                <p:nvPr/>
              </p:nvGrpSpPr>
              <p:grpSpPr>
                <a:xfrm>
                  <a:off x="7512843" y="685800"/>
                  <a:ext cx="213931" cy="92297"/>
                  <a:chOff x="7512843" y="685800"/>
                  <a:chExt cx="213931" cy="92297"/>
                </a:xfrm>
              </p:grpSpPr>
              <p:sp>
                <p:nvSpPr>
                  <p:cNvPr id="742" name="Google Shape;742;p2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43" name="Google Shape;743;p2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1pPr>
            <a:lvl2pPr marL="914400" lvl="1"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2pPr>
            <a:lvl3pPr marL="1371600" lvl="2"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3pPr>
            <a:lvl4pPr marL="1828800" lvl="3"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4pPr>
            <a:lvl5pPr marL="2286000" lvl="4"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5pPr>
            <a:lvl6pPr marL="2743200" lvl="5"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6pPr>
            <a:lvl7pPr marL="3200400" lvl="6"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7pPr>
            <a:lvl8pPr marL="3657600" lvl="7"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8pPr>
            <a:lvl9pPr marL="4114800" lvl="8" indent="-304800">
              <a:lnSpc>
                <a:spcPct val="100000"/>
              </a:lnSpc>
              <a:spcBef>
                <a:spcPts val="0"/>
              </a:spcBef>
              <a:spcAft>
                <a:spcPts val="0"/>
              </a:spcAft>
              <a:buClr>
                <a:schemeClr val="dk1"/>
              </a:buClr>
              <a:buSzPts val="1200"/>
              <a:buFont typeface="Lato" panose="020F0502020204030203"/>
              <a:buChar char="■"/>
              <a:defRPr sz="1200">
                <a:solidFill>
                  <a:schemeClr val="dk1"/>
                </a:solidFill>
                <a:latin typeface="Lato" panose="020F0502020204030203"/>
                <a:ea typeface="Lato" panose="020F0502020204030203"/>
                <a:cs typeface="Lato" panose="020F0502020204030203"/>
                <a:sym typeface="Lato" panose="020F0502020204030203"/>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4871085" y="2232660"/>
            <a:ext cx="4023995" cy="3524250"/>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7" name="Google Shape;757;p28"/>
          <p:cNvGrpSpPr/>
          <p:nvPr/>
        </p:nvGrpSpPr>
        <p:grpSpPr>
          <a:xfrm>
            <a:off x="5255260" y="2393315"/>
            <a:ext cx="3169920" cy="2708910"/>
            <a:chOff x="5165167" y="656304"/>
            <a:chExt cx="3841017" cy="3831227"/>
          </a:xfrm>
        </p:grpSpPr>
        <p:grpSp>
          <p:nvGrpSpPr>
            <p:cNvPr id="758" name="Google Shape;758;p28"/>
            <p:cNvGrpSpPr/>
            <p:nvPr/>
          </p:nvGrpSpPr>
          <p:grpSpPr>
            <a:xfrm>
              <a:off x="5631673" y="1763897"/>
              <a:ext cx="2961645" cy="1992933"/>
              <a:chOff x="5311140" y="3874579"/>
              <a:chExt cx="2693384" cy="1812416"/>
            </a:xfrm>
          </p:grpSpPr>
          <p:grpSp>
            <p:nvGrpSpPr>
              <p:cNvPr id="759" name="Google Shape;759;p28"/>
              <p:cNvGrpSpPr/>
              <p:nvPr/>
            </p:nvGrpSpPr>
            <p:grpSpPr>
              <a:xfrm>
                <a:off x="6183439" y="5359431"/>
                <a:ext cx="948880" cy="327564"/>
                <a:chOff x="6183439" y="5359431"/>
                <a:chExt cx="948880" cy="327564"/>
              </a:xfrm>
            </p:grpSpPr>
            <p:sp>
              <p:nvSpPr>
                <p:cNvPr id="760" name="Google Shape;760;p28"/>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1" name="Google Shape;761;p28"/>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2" name="Google Shape;762;p28"/>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3" name="Google Shape;763;p28"/>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764" name="Google Shape;764;p28"/>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5" name="Google Shape;765;p28"/>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6" name="Google Shape;766;p28"/>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67" name="Google Shape;767;p28"/>
            <p:cNvGrpSpPr/>
            <p:nvPr/>
          </p:nvGrpSpPr>
          <p:grpSpPr>
            <a:xfrm>
              <a:off x="6285440" y="656304"/>
              <a:ext cx="1654423" cy="835905"/>
              <a:chOff x="5905690" y="2867310"/>
              <a:chExt cx="1504568" cy="760190"/>
            </a:xfrm>
          </p:grpSpPr>
          <p:sp>
            <p:nvSpPr>
              <p:cNvPr id="768" name="Google Shape;768;p28"/>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9" name="Google Shape;769;p28"/>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70" name="Google Shape;770;p28"/>
            <p:cNvGrpSpPr/>
            <p:nvPr/>
          </p:nvGrpSpPr>
          <p:grpSpPr>
            <a:xfrm>
              <a:off x="8276803" y="1327941"/>
              <a:ext cx="387944" cy="273258"/>
              <a:chOff x="7716678" y="3270218"/>
              <a:chExt cx="352805" cy="248507"/>
            </a:xfrm>
          </p:grpSpPr>
          <p:sp>
            <p:nvSpPr>
              <p:cNvPr id="771" name="Google Shape;771;p28"/>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2" name="Google Shape;772;p28"/>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773" name="Google Shape;773;p28"/>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74" name="Google Shape;774;p28"/>
            <p:cNvGrpSpPr/>
            <p:nvPr/>
          </p:nvGrpSpPr>
          <p:grpSpPr>
            <a:xfrm>
              <a:off x="5483130" y="2415465"/>
              <a:ext cx="27232" cy="532378"/>
              <a:chOff x="3534917" y="4467129"/>
              <a:chExt cx="24765" cy="484156"/>
            </a:xfrm>
          </p:grpSpPr>
          <p:sp>
            <p:nvSpPr>
              <p:cNvPr id="775" name="Google Shape;775;p2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6" name="Google Shape;776;p2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7" name="Google Shape;777;p2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78" name="Google Shape;778;p28"/>
            <p:cNvGrpSpPr/>
            <p:nvPr/>
          </p:nvGrpSpPr>
          <p:grpSpPr>
            <a:xfrm>
              <a:off x="5643247" y="2277185"/>
              <a:ext cx="749418" cy="303868"/>
              <a:chOff x="3680531" y="4341375"/>
              <a:chExt cx="681537" cy="276344"/>
            </a:xfrm>
          </p:grpSpPr>
          <p:sp>
            <p:nvSpPr>
              <p:cNvPr id="779" name="Google Shape;779;p28"/>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0" name="Google Shape;780;p28"/>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1" name="Google Shape;781;p28"/>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82" name="Google Shape;782;p28"/>
            <p:cNvGrpSpPr/>
            <p:nvPr/>
          </p:nvGrpSpPr>
          <p:grpSpPr>
            <a:xfrm>
              <a:off x="8163164" y="4027994"/>
              <a:ext cx="202142" cy="355685"/>
              <a:chOff x="7613332" y="5933598"/>
              <a:chExt cx="183832" cy="323468"/>
            </a:xfrm>
          </p:grpSpPr>
          <p:sp>
            <p:nvSpPr>
              <p:cNvPr id="783" name="Google Shape;783;p28"/>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4" name="Google Shape;784;p28"/>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85" name="Google Shape;785;p28"/>
            <p:cNvGrpSpPr/>
            <p:nvPr/>
          </p:nvGrpSpPr>
          <p:grpSpPr>
            <a:xfrm>
              <a:off x="6427831" y="3923439"/>
              <a:ext cx="1533857" cy="564092"/>
              <a:chOff x="6546554" y="3679108"/>
              <a:chExt cx="1256642" cy="462143"/>
            </a:xfrm>
          </p:grpSpPr>
          <p:sp>
            <p:nvSpPr>
              <p:cNvPr id="786" name="Google Shape;786;p28"/>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7" name="Google Shape;787;p28"/>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788" name="Google Shape;788;p28"/>
              <p:cNvGrpSpPr/>
              <p:nvPr/>
            </p:nvGrpSpPr>
            <p:grpSpPr>
              <a:xfrm>
                <a:off x="6805960" y="3712311"/>
                <a:ext cx="391811" cy="69592"/>
                <a:chOff x="6322885" y="5875210"/>
                <a:chExt cx="434911" cy="77247"/>
              </a:xfrm>
            </p:grpSpPr>
            <p:sp>
              <p:nvSpPr>
                <p:cNvPr id="789" name="Google Shape;789;p28"/>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0" name="Google Shape;790;p28"/>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1" name="Google Shape;791;p28"/>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2" name="Google Shape;792;p28"/>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3" name="Google Shape;793;p28"/>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94" name="Google Shape;794;p28"/>
              <p:cNvGrpSpPr/>
              <p:nvPr/>
            </p:nvGrpSpPr>
            <p:grpSpPr>
              <a:xfrm>
                <a:off x="7285642" y="3712311"/>
                <a:ext cx="391897" cy="69592"/>
                <a:chOff x="6855333" y="5875210"/>
                <a:chExt cx="435006" cy="77247"/>
              </a:xfrm>
            </p:grpSpPr>
            <p:sp>
              <p:nvSpPr>
                <p:cNvPr id="795" name="Google Shape;795;p28"/>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6" name="Google Shape;796;p28"/>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7" name="Google Shape;797;p28"/>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8" name="Google Shape;798;p28"/>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9" name="Google Shape;799;p28"/>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00" name="Google Shape;800;p28"/>
              <p:cNvGrpSpPr/>
              <p:nvPr/>
            </p:nvGrpSpPr>
            <p:grpSpPr>
              <a:xfrm>
                <a:off x="6577103" y="3819746"/>
                <a:ext cx="1198690" cy="70794"/>
                <a:chOff x="6068853" y="5994463"/>
                <a:chExt cx="1330547" cy="78581"/>
              </a:xfrm>
            </p:grpSpPr>
            <p:sp>
              <p:nvSpPr>
                <p:cNvPr id="801" name="Google Shape;801;p28"/>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2" name="Google Shape;802;p28"/>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3" name="Google Shape;803;p28"/>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4" name="Google Shape;804;p28"/>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5" name="Google Shape;805;p28"/>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6" name="Google Shape;806;p28"/>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7" name="Google Shape;807;p28"/>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8" name="Google Shape;808;p28"/>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9" name="Google Shape;809;p28"/>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0" name="Google Shape;810;p28"/>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1" name="Google Shape;811;p28"/>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2" name="Google Shape;812;p28"/>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3" name="Google Shape;813;p28"/>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14" name="Google Shape;814;p28"/>
              <p:cNvGrpSpPr/>
              <p:nvPr/>
            </p:nvGrpSpPr>
            <p:grpSpPr>
              <a:xfrm>
                <a:off x="6577103" y="3995572"/>
                <a:ext cx="1198690" cy="70794"/>
                <a:chOff x="6068853" y="6189630"/>
                <a:chExt cx="1330547" cy="78581"/>
              </a:xfrm>
            </p:grpSpPr>
            <p:sp>
              <p:nvSpPr>
                <p:cNvPr id="815" name="Google Shape;815;p28"/>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6" name="Google Shape;816;p28"/>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7" name="Google Shape;817;p28"/>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8" name="Google Shape;818;p28"/>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9" name="Google Shape;819;p28"/>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0" name="Google Shape;820;p28"/>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1" name="Google Shape;821;p28"/>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2" name="Google Shape;822;p28"/>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3" name="Google Shape;823;p28"/>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24" name="Google Shape;824;p28"/>
              <p:cNvGrpSpPr/>
              <p:nvPr/>
            </p:nvGrpSpPr>
            <p:grpSpPr>
              <a:xfrm>
                <a:off x="6622239" y="3908904"/>
                <a:ext cx="1104727" cy="70794"/>
                <a:chOff x="6118955" y="6093428"/>
                <a:chExt cx="1226248" cy="78581"/>
              </a:xfrm>
            </p:grpSpPr>
            <p:sp>
              <p:nvSpPr>
                <p:cNvPr id="825" name="Google Shape;825;p28"/>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6" name="Google Shape;826;p28"/>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7" name="Google Shape;827;p28"/>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8" name="Google Shape;828;p28"/>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9" name="Google Shape;829;p28"/>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0" name="Google Shape;830;p28"/>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1" name="Google Shape;831;p28"/>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2" name="Google Shape;832;p28"/>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3" name="Google Shape;833;p28"/>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4" name="Google Shape;834;p28"/>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5" name="Google Shape;835;p28"/>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36" name="Google Shape;836;p28"/>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837" name="Google Shape;837;p28"/>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38" name="Google Shape;838;p28"/>
            <p:cNvGrpSpPr/>
            <p:nvPr/>
          </p:nvGrpSpPr>
          <p:grpSpPr>
            <a:xfrm>
              <a:off x="6367914" y="2012818"/>
              <a:ext cx="1448168" cy="1250722"/>
              <a:chOff x="6497466" y="2113795"/>
              <a:chExt cx="1186439" cy="1024678"/>
            </a:xfrm>
          </p:grpSpPr>
          <p:sp>
            <p:nvSpPr>
              <p:cNvPr id="839" name="Google Shape;839;p28"/>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0" name="Google Shape;840;p28"/>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841" name="Google Shape;841;p28"/>
              <p:cNvGrpSpPr/>
              <p:nvPr/>
            </p:nvGrpSpPr>
            <p:grpSpPr>
              <a:xfrm>
                <a:off x="7512268" y="2145579"/>
                <a:ext cx="126741" cy="28145"/>
                <a:chOff x="7106888" y="4136136"/>
                <a:chExt cx="140683" cy="31241"/>
              </a:xfrm>
            </p:grpSpPr>
            <p:sp>
              <p:nvSpPr>
                <p:cNvPr id="842" name="Google Shape;842;p28"/>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3" name="Google Shape;843;p28"/>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4" name="Google Shape;844;p28"/>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845" name="Google Shape;845;p28"/>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6" name="Google Shape;846;p28"/>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7" name="Google Shape;847;p28"/>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8" name="Google Shape;848;p28"/>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49" name="Google Shape;849;p28"/>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0" name="Google Shape;850;p28"/>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851" name="Google Shape;851;p28"/>
              <p:cNvGrpSpPr/>
              <p:nvPr/>
            </p:nvGrpSpPr>
            <p:grpSpPr>
              <a:xfrm>
                <a:off x="7422424" y="2953744"/>
                <a:ext cx="216586" cy="46337"/>
                <a:chOff x="7007161" y="5033200"/>
                <a:chExt cx="240411" cy="51434"/>
              </a:xfrm>
            </p:grpSpPr>
            <p:sp>
              <p:nvSpPr>
                <p:cNvPr id="852" name="Google Shape;852;p28"/>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3" name="Google Shape;853;p28"/>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54" name="Google Shape;854;p28"/>
              <p:cNvGrpSpPr/>
              <p:nvPr/>
            </p:nvGrpSpPr>
            <p:grpSpPr>
              <a:xfrm>
                <a:off x="6548871" y="2408331"/>
                <a:ext cx="1090139" cy="89414"/>
                <a:chOff x="6037516" y="4427791"/>
                <a:chExt cx="1210056" cy="99250"/>
              </a:xfrm>
            </p:grpSpPr>
            <p:sp>
              <p:nvSpPr>
                <p:cNvPr id="855" name="Google Shape;855;p28"/>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6" name="Google Shape;856;p28"/>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57" name="Google Shape;857;p28"/>
              <p:cNvGrpSpPr/>
              <p:nvPr/>
            </p:nvGrpSpPr>
            <p:grpSpPr>
              <a:xfrm>
                <a:off x="7012935" y="2651519"/>
                <a:ext cx="157033" cy="16304"/>
                <a:chOff x="6552628" y="4697730"/>
                <a:chExt cx="174307" cy="18097"/>
              </a:xfrm>
            </p:grpSpPr>
            <p:sp>
              <p:nvSpPr>
                <p:cNvPr id="858" name="Google Shape;858;p28"/>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59" name="Google Shape;859;p28"/>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0" name="Google Shape;860;p28"/>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1" name="Google Shape;861;p28"/>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2" name="Google Shape;862;p28"/>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863" name="Google Shape;863;p28"/>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864" name="Google Shape;864;p28"/>
              <p:cNvGrpSpPr/>
              <p:nvPr/>
            </p:nvGrpSpPr>
            <p:grpSpPr>
              <a:xfrm>
                <a:off x="6505708" y="2659414"/>
                <a:ext cx="413779" cy="413778"/>
                <a:chOff x="5989605" y="4706493"/>
                <a:chExt cx="459295" cy="459294"/>
              </a:xfrm>
            </p:grpSpPr>
            <p:grpSp>
              <p:nvGrpSpPr>
                <p:cNvPr id="865" name="Google Shape;865;p28"/>
                <p:cNvGrpSpPr/>
                <p:nvPr/>
              </p:nvGrpSpPr>
              <p:grpSpPr>
                <a:xfrm>
                  <a:off x="6001893" y="4718780"/>
                  <a:ext cx="444150" cy="444151"/>
                  <a:chOff x="6001893" y="4718780"/>
                  <a:chExt cx="444150" cy="444151"/>
                </a:xfrm>
              </p:grpSpPr>
              <p:sp>
                <p:nvSpPr>
                  <p:cNvPr id="866" name="Google Shape;866;p28"/>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7" name="Google Shape;867;p28"/>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8" name="Google Shape;868;p28"/>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69" name="Google Shape;869;p28"/>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70" name="Google Shape;870;p28"/>
                <p:cNvGrpSpPr/>
                <p:nvPr/>
              </p:nvGrpSpPr>
              <p:grpSpPr>
                <a:xfrm>
                  <a:off x="5989605" y="4706493"/>
                  <a:ext cx="459295" cy="459294"/>
                  <a:chOff x="5989605" y="4706493"/>
                  <a:chExt cx="459295" cy="459294"/>
                </a:xfrm>
              </p:grpSpPr>
              <p:grpSp>
                <p:nvGrpSpPr>
                  <p:cNvPr id="871" name="Google Shape;871;p28"/>
                  <p:cNvGrpSpPr/>
                  <p:nvPr/>
                </p:nvGrpSpPr>
                <p:grpSpPr>
                  <a:xfrm>
                    <a:off x="5989605" y="4706493"/>
                    <a:ext cx="459295" cy="24669"/>
                    <a:chOff x="5989605" y="4706493"/>
                    <a:chExt cx="459295" cy="24669"/>
                  </a:xfrm>
                </p:grpSpPr>
                <p:sp>
                  <p:nvSpPr>
                    <p:cNvPr id="872" name="Google Shape;872;p28"/>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73" name="Google Shape;873;p28"/>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74" name="Google Shape;874;p28"/>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75" name="Google Shape;875;p28"/>
                  <p:cNvGrpSpPr/>
                  <p:nvPr/>
                </p:nvGrpSpPr>
                <p:grpSpPr>
                  <a:xfrm>
                    <a:off x="5989605" y="4923758"/>
                    <a:ext cx="459295" cy="24669"/>
                    <a:chOff x="5989605" y="4923758"/>
                    <a:chExt cx="459295" cy="24669"/>
                  </a:xfrm>
                </p:grpSpPr>
                <p:sp>
                  <p:nvSpPr>
                    <p:cNvPr id="876" name="Google Shape;876;p28"/>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77" name="Google Shape;877;p28"/>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78" name="Google Shape;878;p28"/>
                  <p:cNvGrpSpPr/>
                  <p:nvPr/>
                </p:nvGrpSpPr>
                <p:grpSpPr>
                  <a:xfrm>
                    <a:off x="5989605" y="5141118"/>
                    <a:ext cx="459295" cy="24669"/>
                    <a:chOff x="5989605" y="5141118"/>
                    <a:chExt cx="459295" cy="24669"/>
                  </a:xfrm>
                </p:grpSpPr>
                <p:sp>
                  <p:nvSpPr>
                    <p:cNvPr id="879" name="Google Shape;879;p28"/>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0" name="Google Shape;880;p28"/>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1" name="Google Shape;881;p28"/>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grpSp>
          <p:nvGrpSpPr>
            <p:cNvPr id="882" name="Google Shape;882;p28"/>
            <p:cNvGrpSpPr/>
            <p:nvPr/>
          </p:nvGrpSpPr>
          <p:grpSpPr>
            <a:xfrm>
              <a:off x="5248799" y="1817418"/>
              <a:ext cx="479083" cy="595031"/>
              <a:chOff x="5580610" y="1953710"/>
              <a:chExt cx="392498" cy="487491"/>
            </a:xfrm>
          </p:grpSpPr>
          <p:grpSp>
            <p:nvGrpSpPr>
              <p:cNvPr id="883" name="Google Shape;883;p28"/>
              <p:cNvGrpSpPr/>
              <p:nvPr/>
            </p:nvGrpSpPr>
            <p:grpSpPr>
              <a:xfrm>
                <a:off x="5580610" y="1953710"/>
                <a:ext cx="392498" cy="487491"/>
                <a:chOff x="7385113" y="1535430"/>
                <a:chExt cx="435673" cy="541115"/>
              </a:xfrm>
            </p:grpSpPr>
            <p:sp>
              <p:nvSpPr>
                <p:cNvPr id="884" name="Google Shape;884;p2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885" name="Google Shape;885;p28"/>
                <p:cNvGrpSpPr/>
                <p:nvPr/>
              </p:nvGrpSpPr>
              <p:grpSpPr>
                <a:xfrm>
                  <a:off x="7612094" y="1566576"/>
                  <a:ext cx="164781" cy="41529"/>
                  <a:chOff x="7612094" y="1566576"/>
                  <a:chExt cx="164781" cy="41529"/>
                </a:xfrm>
              </p:grpSpPr>
              <p:sp>
                <p:nvSpPr>
                  <p:cNvPr id="886" name="Google Shape;886;p2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7" name="Google Shape;887;p2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88" name="Google Shape;888;p2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889" name="Google Shape;889;p28"/>
              <p:cNvGrpSpPr/>
              <p:nvPr/>
            </p:nvGrpSpPr>
            <p:grpSpPr>
              <a:xfrm>
                <a:off x="5612446" y="2047672"/>
                <a:ext cx="323505" cy="338352"/>
                <a:chOff x="7420451" y="1639728"/>
                <a:chExt cx="359091" cy="375571"/>
              </a:xfrm>
            </p:grpSpPr>
            <p:sp>
              <p:nvSpPr>
                <p:cNvPr id="890" name="Google Shape;890;p2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91" name="Google Shape;891;p2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892" name="Google Shape;892;p28"/>
            <p:cNvGrpSpPr/>
            <p:nvPr/>
          </p:nvGrpSpPr>
          <p:grpSpPr>
            <a:xfrm>
              <a:off x="7810967" y="2543174"/>
              <a:ext cx="1047787" cy="27232"/>
              <a:chOff x="7384446" y="3573113"/>
              <a:chExt cx="952880" cy="24765"/>
            </a:xfrm>
          </p:grpSpPr>
          <p:sp>
            <p:nvSpPr>
              <p:cNvPr id="893" name="Google Shape;893;p28"/>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94" name="Google Shape;894;p28"/>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95" name="Google Shape;895;p28"/>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896" name="Google Shape;896;p28"/>
            <p:cNvGrpSpPr/>
            <p:nvPr/>
          </p:nvGrpSpPr>
          <p:grpSpPr>
            <a:xfrm>
              <a:off x="8348540" y="2013384"/>
              <a:ext cx="657643" cy="856749"/>
              <a:chOff x="-2" y="3134666"/>
              <a:chExt cx="498554" cy="649495"/>
            </a:xfrm>
          </p:grpSpPr>
          <p:grpSp>
            <p:nvGrpSpPr>
              <p:cNvPr id="897" name="Google Shape;897;p28"/>
              <p:cNvGrpSpPr/>
              <p:nvPr/>
            </p:nvGrpSpPr>
            <p:grpSpPr>
              <a:xfrm>
                <a:off x="-2" y="3134666"/>
                <a:ext cx="498554" cy="649495"/>
                <a:chOff x="895350" y="4265199"/>
                <a:chExt cx="598074" cy="779145"/>
              </a:xfrm>
            </p:grpSpPr>
            <p:sp>
              <p:nvSpPr>
                <p:cNvPr id="898" name="Google Shape;898;p28"/>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899" name="Google Shape;899;p28"/>
                <p:cNvGrpSpPr/>
                <p:nvPr/>
              </p:nvGrpSpPr>
              <p:grpSpPr>
                <a:xfrm>
                  <a:off x="1284732" y="4296441"/>
                  <a:ext cx="164876" cy="41528"/>
                  <a:chOff x="1284732" y="4296441"/>
                  <a:chExt cx="164876" cy="41528"/>
                </a:xfrm>
              </p:grpSpPr>
              <p:sp>
                <p:nvSpPr>
                  <p:cNvPr id="900" name="Google Shape;900;p28"/>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01" name="Google Shape;901;p28"/>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02" name="Google Shape;902;p28"/>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03" name="Google Shape;903;p28"/>
              <p:cNvGrpSpPr/>
              <p:nvPr/>
            </p:nvGrpSpPr>
            <p:grpSpPr>
              <a:xfrm>
                <a:off x="59230" y="3269171"/>
                <a:ext cx="382391" cy="400019"/>
                <a:chOff x="966406" y="4426553"/>
                <a:chExt cx="458723" cy="479869"/>
              </a:xfrm>
            </p:grpSpPr>
            <p:sp>
              <p:nvSpPr>
                <p:cNvPr id="904" name="Google Shape;904;p28"/>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05" name="Google Shape;905;p28"/>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06" name="Google Shape;906;p28"/>
            <p:cNvGrpSpPr/>
            <p:nvPr/>
          </p:nvGrpSpPr>
          <p:grpSpPr>
            <a:xfrm>
              <a:off x="5165167" y="2950875"/>
              <a:ext cx="645598" cy="1166771"/>
              <a:chOff x="5165167" y="2950875"/>
              <a:chExt cx="645598" cy="1166771"/>
            </a:xfrm>
          </p:grpSpPr>
          <p:grpSp>
            <p:nvGrpSpPr>
              <p:cNvPr id="907" name="Google Shape;907;p28"/>
              <p:cNvGrpSpPr/>
              <p:nvPr/>
            </p:nvGrpSpPr>
            <p:grpSpPr>
              <a:xfrm>
                <a:off x="5165167" y="2950875"/>
                <a:ext cx="645598" cy="1166771"/>
                <a:chOff x="1024660" y="3708890"/>
                <a:chExt cx="489423" cy="884520"/>
              </a:xfrm>
            </p:grpSpPr>
            <p:grpSp>
              <p:nvGrpSpPr>
                <p:cNvPr id="908" name="Google Shape;908;p28"/>
                <p:cNvGrpSpPr/>
                <p:nvPr/>
              </p:nvGrpSpPr>
              <p:grpSpPr>
                <a:xfrm>
                  <a:off x="1024660" y="3708890"/>
                  <a:ext cx="489423" cy="884520"/>
                  <a:chOff x="2124551" y="4954047"/>
                  <a:chExt cx="587120" cy="1061085"/>
                </a:xfrm>
              </p:grpSpPr>
              <p:sp>
                <p:nvSpPr>
                  <p:cNvPr id="909" name="Google Shape;909;p2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0" name="Google Shape;910;p2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911" name="Google Shape;911;p2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12" name="Google Shape;912;p28"/>
                <p:cNvGrpSpPr/>
                <p:nvPr/>
              </p:nvGrpSpPr>
              <p:grpSpPr>
                <a:xfrm>
                  <a:off x="1108189" y="4182116"/>
                  <a:ext cx="322524" cy="131011"/>
                  <a:chOff x="2224754" y="5521737"/>
                  <a:chExt cx="386905" cy="157163"/>
                </a:xfrm>
              </p:grpSpPr>
              <p:grpSp>
                <p:nvGrpSpPr>
                  <p:cNvPr id="913" name="Google Shape;913;p28"/>
                  <p:cNvGrpSpPr/>
                  <p:nvPr/>
                </p:nvGrpSpPr>
                <p:grpSpPr>
                  <a:xfrm>
                    <a:off x="2224754" y="5521737"/>
                    <a:ext cx="386905" cy="157163"/>
                    <a:chOff x="2224754" y="5521737"/>
                    <a:chExt cx="386905" cy="157163"/>
                  </a:xfrm>
                </p:grpSpPr>
                <p:grpSp>
                  <p:nvGrpSpPr>
                    <p:cNvPr id="914" name="Google Shape;914;p28"/>
                    <p:cNvGrpSpPr/>
                    <p:nvPr/>
                  </p:nvGrpSpPr>
                  <p:grpSpPr>
                    <a:xfrm>
                      <a:off x="2224754" y="5521737"/>
                      <a:ext cx="386905" cy="65532"/>
                      <a:chOff x="2224754" y="5521737"/>
                      <a:chExt cx="386905" cy="65532"/>
                    </a:xfrm>
                  </p:grpSpPr>
                  <p:sp>
                    <p:nvSpPr>
                      <p:cNvPr id="915" name="Google Shape;915;p2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6" name="Google Shape;916;p2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917" name="Google Shape;917;p28"/>
                    <p:cNvGrpSpPr/>
                    <p:nvPr/>
                  </p:nvGrpSpPr>
                  <p:grpSpPr>
                    <a:xfrm>
                      <a:off x="2224754" y="5613368"/>
                      <a:ext cx="386905" cy="65532"/>
                      <a:chOff x="2224754" y="5613368"/>
                      <a:chExt cx="386905" cy="65532"/>
                    </a:xfrm>
                  </p:grpSpPr>
                  <p:sp>
                    <p:nvSpPr>
                      <p:cNvPr id="918" name="Google Shape;918;p2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9" name="Google Shape;919;p2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20" name="Google Shape;920;p28"/>
                  <p:cNvGrpSpPr/>
                  <p:nvPr/>
                </p:nvGrpSpPr>
                <p:grpSpPr>
                  <a:xfrm>
                    <a:off x="2336863" y="5554217"/>
                    <a:ext cx="177355" cy="15050"/>
                    <a:chOff x="2336863" y="5554217"/>
                    <a:chExt cx="177355" cy="15050"/>
                  </a:xfrm>
                </p:grpSpPr>
                <p:sp>
                  <p:nvSpPr>
                    <p:cNvPr id="921" name="Google Shape;921;p2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2" name="Google Shape;922;p2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3" name="Google Shape;923;p2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4" name="Google Shape;924;p2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5" name="Google Shape;925;p2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926" name="Google Shape;926;p28"/>
                  <p:cNvGrpSpPr/>
                  <p:nvPr/>
                </p:nvGrpSpPr>
                <p:grpSpPr>
                  <a:xfrm>
                    <a:off x="2336863" y="5641848"/>
                    <a:ext cx="177355" cy="15049"/>
                    <a:chOff x="2336863" y="5641848"/>
                    <a:chExt cx="177355" cy="15049"/>
                  </a:xfrm>
                </p:grpSpPr>
                <p:sp>
                  <p:nvSpPr>
                    <p:cNvPr id="927" name="Google Shape;927;p2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8" name="Google Shape;928;p2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9" name="Google Shape;929;p2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30" name="Google Shape;930;p2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31" name="Google Shape;931;p2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32" name="Google Shape;932;p28"/>
                <p:cNvGrpSpPr/>
                <p:nvPr/>
              </p:nvGrpSpPr>
              <p:grpSpPr>
                <a:xfrm>
                  <a:off x="1161625" y="3903897"/>
                  <a:ext cx="215413" cy="215333"/>
                  <a:chOff x="2288857" y="5187981"/>
                  <a:chExt cx="258413" cy="258317"/>
                </a:xfrm>
              </p:grpSpPr>
              <p:sp>
                <p:nvSpPr>
                  <p:cNvPr id="933" name="Google Shape;933;p2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34" name="Google Shape;934;p2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35" name="Google Shape;935;p28"/>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204" name="Google Shape;204;p18"/>
          <p:cNvSpPr txBox="1"/>
          <p:nvPr/>
        </p:nvSpPr>
        <p:spPr>
          <a:xfrm>
            <a:off x="13117351" y="1333905"/>
            <a:ext cx="3964739" cy="474980"/>
          </a:xfrm>
          <a:prstGeom prst="rect">
            <a:avLst/>
          </a:prstGeom>
          <a:noFill/>
          <a:ln>
            <a:noFill/>
          </a:ln>
        </p:spPr>
        <p:txBody>
          <a:bodyPr spcFirstLastPara="1" wrap="square" lIns="0" tIns="0" rIns="0" bIns="0" anchor="t" anchorCtr="0">
            <a:spAutoFit/>
          </a:bodyPr>
          <a:lstStyle/>
          <a:p>
            <a:pPr marL="0" marR="0" lvl="0" indent="0" algn="r" rtl="0">
              <a:lnSpc>
                <a:spcPct val="103000"/>
              </a:lnSpc>
              <a:spcBef>
                <a:spcPts val="0"/>
              </a:spcBef>
              <a:spcAft>
                <a:spcPts val="0"/>
              </a:spcAft>
              <a:buNone/>
            </a:pPr>
            <a:r>
              <a:rPr 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Date: </a:t>
            </a:r>
            <a:r>
              <a:rPr lang="vi-VN" alt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vi-VN" alt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/2025</a:t>
            </a:r>
            <a:endParaRPr sz="3000" dirty="0">
              <a:latin typeface="Times New Roman" panose="02020603050405020304" pitchFamily="18" charset="0"/>
              <a:cs typeface="Times New Roman" panose="02020603050405020304" pitchFamily="18" charset="0"/>
            </a:endParaRPr>
          </a:p>
        </p:txBody>
      </p:sp>
      <p:sp>
        <p:nvSpPr>
          <p:cNvPr id="2" name="Google Shape;204;p18"/>
          <p:cNvSpPr txBox="1"/>
          <p:nvPr/>
        </p:nvSpPr>
        <p:spPr>
          <a:xfrm>
            <a:off x="13244351" y="1460905"/>
            <a:ext cx="3964739" cy="474980"/>
          </a:xfrm>
          <a:prstGeom prst="rect">
            <a:avLst/>
          </a:prstGeom>
          <a:noFill/>
          <a:ln>
            <a:noFill/>
          </a:ln>
        </p:spPr>
        <p:txBody>
          <a:bodyPr spcFirstLastPara="1" wrap="square" lIns="0" tIns="0" rIns="0" bIns="0" anchor="t" anchorCtr="0">
            <a:spAutoFit/>
          </a:bodyPr>
          <a:lstStyle/>
          <a:p>
            <a:pPr marL="0" marR="0" lvl="0" indent="0" algn="r" rtl="0">
              <a:lnSpc>
                <a:spcPct val="103000"/>
              </a:lnSpc>
              <a:spcBef>
                <a:spcPts val="0"/>
              </a:spcBef>
              <a:spcAft>
                <a:spcPts val="0"/>
              </a:spcAft>
              <a:buNone/>
            </a:pPr>
            <a:r>
              <a:rPr 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Date: </a:t>
            </a:r>
            <a:r>
              <a:rPr lang="vi-VN" alt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vi-VN" alt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/2025</a:t>
            </a:r>
            <a:endParaRPr sz="3000" dirty="0">
              <a:latin typeface="Times New Roman" panose="02020603050405020304" pitchFamily="18" charset="0"/>
              <a:cs typeface="Times New Roman" panose="02020603050405020304" pitchFamily="18" charset="0"/>
            </a:endParaRPr>
          </a:p>
        </p:txBody>
      </p:sp>
      <p:sp>
        <p:nvSpPr>
          <p:cNvPr id="3" name="Google Shape;204;p18"/>
          <p:cNvSpPr txBox="1"/>
          <p:nvPr/>
        </p:nvSpPr>
        <p:spPr>
          <a:xfrm>
            <a:off x="13371351" y="1587905"/>
            <a:ext cx="3964739" cy="474980"/>
          </a:xfrm>
          <a:prstGeom prst="rect">
            <a:avLst/>
          </a:prstGeom>
          <a:noFill/>
          <a:ln>
            <a:noFill/>
          </a:ln>
        </p:spPr>
        <p:txBody>
          <a:bodyPr spcFirstLastPara="1" wrap="square" lIns="0" tIns="0" rIns="0" bIns="0" anchor="t" anchorCtr="0">
            <a:spAutoFit/>
          </a:bodyPr>
          <a:lstStyle/>
          <a:p>
            <a:pPr marL="0" marR="0" lvl="0" indent="0" algn="r" rtl="0">
              <a:lnSpc>
                <a:spcPct val="103000"/>
              </a:lnSpc>
              <a:spcBef>
                <a:spcPts val="0"/>
              </a:spcBef>
              <a:spcAft>
                <a:spcPts val="0"/>
              </a:spcAft>
              <a:buNone/>
            </a:pPr>
            <a:r>
              <a:rPr 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Date: </a:t>
            </a:r>
            <a:r>
              <a:rPr lang="vi-VN" alt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vi-VN" alt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/2025</a:t>
            </a:r>
            <a:endParaRPr sz="3000" dirty="0">
              <a:latin typeface="Times New Roman" panose="02020603050405020304" pitchFamily="18" charset="0"/>
              <a:cs typeface="Times New Roman" panose="02020603050405020304" pitchFamily="18" charset="0"/>
            </a:endParaRPr>
          </a:p>
        </p:txBody>
      </p:sp>
      <p:sp>
        <p:nvSpPr>
          <p:cNvPr id="4" name="Google Shape;204;p18"/>
          <p:cNvSpPr txBox="1"/>
          <p:nvPr/>
        </p:nvSpPr>
        <p:spPr>
          <a:xfrm>
            <a:off x="13498351" y="1714905"/>
            <a:ext cx="3964739" cy="474980"/>
          </a:xfrm>
          <a:prstGeom prst="rect">
            <a:avLst/>
          </a:prstGeom>
          <a:noFill/>
          <a:ln>
            <a:noFill/>
          </a:ln>
        </p:spPr>
        <p:txBody>
          <a:bodyPr spcFirstLastPara="1" wrap="square" lIns="0" tIns="0" rIns="0" bIns="0" anchor="t" anchorCtr="0">
            <a:spAutoFit/>
          </a:bodyPr>
          <a:lstStyle/>
          <a:p>
            <a:pPr marL="0" marR="0" lvl="0" indent="0" algn="r" rtl="0">
              <a:lnSpc>
                <a:spcPct val="103000"/>
              </a:lnSpc>
              <a:spcBef>
                <a:spcPts val="0"/>
              </a:spcBef>
              <a:spcAft>
                <a:spcPts val="0"/>
              </a:spcAft>
              <a:buNone/>
            </a:pPr>
            <a:r>
              <a:rPr 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Date: </a:t>
            </a:r>
            <a:r>
              <a:rPr lang="vi-VN" altLang="en-US" sz="3000" b="0" i="0" u="none" strike="noStrike" cap="none"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/1</a:t>
            </a:r>
            <a:r>
              <a:rPr lang="vi-VN" alt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a:t>
            </a:r>
            <a:r>
              <a:rPr lang="en-US" sz="3000" dirty="0">
                <a:solidFill>
                  <a:srgbClr val="0F1A38"/>
                </a:solidFill>
                <a:latin typeface="Times New Roman" panose="02020603050405020304" pitchFamily="18" charset="0"/>
                <a:ea typeface="Inter Light"/>
                <a:cs typeface="Times New Roman" panose="02020603050405020304" pitchFamily="18" charset="0"/>
                <a:sym typeface="Inter Light"/>
              </a:rPr>
              <a:t>/2025</a:t>
            </a:r>
            <a:endParaRPr sz="3000" dirty="0">
              <a:latin typeface="Times New Roman" panose="02020603050405020304" pitchFamily="18" charset="0"/>
              <a:cs typeface="Times New Roman" panose="02020603050405020304" pitchFamily="18" charset="0"/>
            </a:endParaRPr>
          </a:p>
        </p:txBody>
      </p:sp>
      <p:sp>
        <p:nvSpPr>
          <p:cNvPr id="202" name="Google Shape;202;p18"/>
          <p:cNvSpPr txBox="1"/>
          <p:nvPr/>
        </p:nvSpPr>
        <p:spPr>
          <a:xfrm>
            <a:off x="-126026" y="1625813"/>
            <a:ext cx="9267300" cy="1354217"/>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endParaRPr lang="en-US" sz="2000" dirty="0">
              <a:latin typeface="Times New Roman" panose="02020603050405020304" pitchFamily="18" charset="0"/>
              <a:cs typeface="Times New Roman" panose="02020603050405020304" pitchFamily="18" charset="0"/>
            </a:endParaRPr>
          </a:p>
          <a:p>
            <a:pPr lvl="0" algn="ctr">
              <a:lnSpc>
                <a:spcPct val="80000"/>
              </a:lnSpc>
            </a:pPr>
            <a:r>
              <a:rPr lang="en-US" sz="2000" dirty="0">
                <a:latin typeface="Times New Roman" panose="02020603050405020304" pitchFamily="18" charset="0"/>
                <a:cs typeface="Times New Roman" panose="02020603050405020304" pitchFamily="18" charset="0"/>
              </a:rPr>
              <a:t>ĐỀ TÀI </a:t>
            </a:r>
          </a:p>
          <a:p>
            <a:pPr lvl="0" algn="ctr">
              <a:lnSpc>
                <a:spcPct val="80000"/>
              </a:lnSpc>
            </a:pPr>
            <a:endParaRPr lang="en-US" sz="2000" dirty="0">
              <a:latin typeface="Times New Roman" panose="02020603050405020304" pitchFamily="18" charset="0"/>
              <a:cs typeface="Times New Roman" panose="02020603050405020304" pitchFamily="18" charset="0"/>
            </a:endParaRPr>
          </a:p>
          <a:p>
            <a:pPr lvl="0" algn="ctr">
              <a:lnSpc>
                <a:spcPct val="80000"/>
              </a:lnSpc>
            </a:pPr>
            <a:r>
              <a:rPr lang="en-US" sz="2000" dirty="0">
                <a:latin typeface="Times New Roman" panose="02020603050405020304" pitchFamily="18" charset="0"/>
                <a:cs typeface="Times New Roman" panose="02020603050405020304" pitchFamily="18" charset="0"/>
              </a:rPr>
              <a:t> </a:t>
            </a:r>
            <a:r>
              <a:rPr lang="vi-VN" sz="2500" dirty="0"/>
              <a:t>Pentest có cấu trúc cho OWASP Juice Shop + Mapping OWASP Top 10</a:t>
            </a:r>
            <a:endParaRPr lang="vi-VN" altLang="en-US" sz="2500" b="1" dirty="0">
              <a:latin typeface="Times New Roman" panose="02020603050405020304" pitchFamily="18" charset="0"/>
              <a:cs typeface="Times New Roman" panose="02020603050405020304" pitchFamily="18" charset="0"/>
            </a:endParaRPr>
          </a:p>
        </p:txBody>
      </p:sp>
      <p:sp>
        <p:nvSpPr>
          <p:cNvPr id="5" name="Text Box 4"/>
          <p:cNvSpPr txBox="1"/>
          <p:nvPr/>
        </p:nvSpPr>
        <p:spPr>
          <a:xfrm>
            <a:off x="1604645" y="51435"/>
            <a:ext cx="6213405" cy="706755"/>
          </a:xfrm>
          <a:prstGeom prst="rect">
            <a:avLst/>
          </a:prstGeom>
          <a:noFill/>
        </p:spPr>
        <p:txBody>
          <a:bodyPr wrap="square" rtlCol="0">
            <a:spAutoFit/>
          </a:bodyPr>
          <a:lstStyle/>
          <a:p>
            <a:r>
              <a:rPr lang="vi-VN" altLang="en-US" sz="2000">
                <a:latin typeface="Times New Roman" panose="02020603050405020304" pitchFamily="18" charset="0"/>
                <a:cs typeface="Times New Roman" panose="02020603050405020304" pitchFamily="18" charset="0"/>
              </a:rPr>
              <a:t>TRƯỜNG ĐẠI HỌC TÀI NGUYÊN VÀ MÔI TRƯỜNG</a:t>
            </a:r>
          </a:p>
          <a:p>
            <a:pPr algn="ctr"/>
            <a:r>
              <a:rPr lang="vi-VN" altLang="en-US" sz="2000">
                <a:latin typeface="Times New Roman" panose="02020603050405020304" pitchFamily="18" charset="0"/>
                <a:cs typeface="Times New Roman" panose="02020603050405020304" pitchFamily="18" charset="0"/>
              </a:rPr>
              <a:t>THÀNH PHỐ HỒ CHÍ MINH</a:t>
            </a:r>
          </a:p>
        </p:txBody>
      </p:sp>
      <p:sp>
        <p:nvSpPr>
          <p:cNvPr id="6" name="TextBox 3"/>
          <p:cNvSpPr txBox="1"/>
          <p:nvPr/>
        </p:nvSpPr>
        <p:spPr>
          <a:xfrm>
            <a:off x="-35374" y="3019724"/>
            <a:ext cx="9246741" cy="2015936"/>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Sinh </a:t>
            </a:r>
            <a:r>
              <a:rPr lang="en-US" sz="2500" dirty="0" err="1">
                <a:latin typeface="Times New Roman" panose="02020603050405020304" pitchFamily="18" charset="0"/>
                <a:cs typeface="Times New Roman" panose="02020603050405020304" pitchFamily="18" charset="0"/>
              </a:rPr>
              <a:t>viên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thực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hiện</a:t>
            </a:r>
            <a:r>
              <a:rPr lang="en-US" sz="2500" dirty="0">
                <a:latin typeface="Times New Roman" panose="02020603050405020304" pitchFamily="18" charset="0"/>
                <a:cs typeface="Times New Roman" panose="02020603050405020304" pitchFamily="18" charset="0"/>
              </a:rPr>
              <a:t>:</a:t>
            </a:r>
            <a:r>
              <a:rPr lang="vi-VN" altLang="en-US" sz="2500" dirty="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Họ </a:t>
            </a:r>
            <a:r>
              <a:rPr lang="en-US" sz="2500" dirty="0" err="1">
                <a:latin typeface="Times New Roman" panose="02020603050405020304" pitchFamily="18" charset="0"/>
                <a:cs typeface="Times New Roman" panose="02020603050405020304" pitchFamily="18" charset="0"/>
              </a:rPr>
              <a:t>tên</a:t>
            </a:r>
            <a:r>
              <a:rPr lang="en-US" sz="2500" dirty="0">
                <a:latin typeface="Times New Roman" panose="02020603050405020304" pitchFamily="18" charset="0"/>
                <a:cs typeface="Times New Roman" panose="02020603050405020304" pitchFamily="18" charset="0"/>
              </a:rPr>
              <a:t>: </a:t>
            </a:r>
            <a:r>
              <a:rPr lang="vi-VN" altLang="en-US" sz="2500" dirty="0">
                <a:latin typeface="Times New Roman" panose="02020603050405020304" pitchFamily="18" charset="0"/>
                <a:cs typeface="Times New Roman" panose="02020603050405020304" pitchFamily="18" charset="0"/>
              </a:rPr>
              <a:t>		</a:t>
            </a:r>
            <a:r>
              <a:rPr lang="vi-VN" altLang="en-US" sz="2500" dirty="0">
                <a:latin typeface="Times New Roman" panose="02020603050405020304" pitchFamily="18" charset="0"/>
                <a:cs typeface="Times New Roman" panose="02020603050405020304" pitchFamily="18" charset="0"/>
                <a:sym typeface="+mn-ea"/>
              </a:rPr>
              <a:t>Nguyễn Hoàng Vĩ</a:t>
            </a:r>
            <a:endParaRPr lang="en-US" sz="2500" dirty="0">
              <a:latin typeface="Times New Roman" panose="02020603050405020304" pitchFamily="18" charset="0"/>
              <a:cs typeface="Times New Roman" panose="02020603050405020304" pitchFamily="18" charset="0"/>
            </a:endParaRPr>
          </a:p>
          <a:p>
            <a:r>
              <a:rPr lang="en-US" sz="2500" dirty="0" err="1">
                <a:latin typeface="Times New Roman" panose="02020603050405020304" pitchFamily="18" charset="0"/>
                <a:cs typeface="Times New Roman" panose="02020603050405020304" pitchFamily="18" charset="0"/>
              </a:rPr>
              <a:t>Lớp</a:t>
            </a:r>
            <a:r>
              <a:rPr lang="en-US" sz="2500" dirty="0">
                <a:latin typeface="Times New Roman" panose="02020603050405020304" pitchFamily="18" charset="0"/>
                <a:cs typeface="Times New Roman" panose="02020603050405020304" pitchFamily="18" charset="0"/>
              </a:rPr>
              <a:t>: </a:t>
            </a:r>
            <a:r>
              <a:rPr lang="vi-VN" altLang="en-US" sz="2500" dirty="0">
                <a:latin typeface="Times New Roman" panose="02020603050405020304" pitchFamily="18" charset="0"/>
                <a:cs typeface="Times New Roman" panose="02020603050405020304" pitchFamily="18" charset="0"/>
              </a:rPr>
              <a:t>			11_DH_CNPM1</a:t>
            </a:r>
            <a:endParaRPr lang="en-US" sz="2500" dirty="0">
              <a:latin typeface="Times New Roman" panose="02020603050405020304" pitchFamily="18" charset="0"/>
              <a:cs typeface="Times New Roman" panose="02020603050405020304" pitchFamily="18" charset="0"/>
            </a:endParaRPr>
          </a:p>
          <a:p>
            <a:r>
              <a:rPr lang="en-US" sz="2500" dirty="0" err="1">
                <a:latin typeface="Times New Roman" panose="02020603050405020304" pitchFamily="18" charset="0"/>
                <a:cs typeface="Times New Roman" panose="02020603050405020304" pitchFamily="18" charset="0"/>
              </a:rPr>
              <a:t>khóa</a:t>
            </a:r>
            <a:r>
              <a:rPr lang="vi-VN" altLang="en-US" sz="2500" dirty="0">
                <a:latin typeface="Times New Roman" panose="02020603050405020304" pitchFamily="18" charset="0"/>
                <a:cs typeface="Times New Roman" panose="02020603050405020304" pitchFamily="18" charset="0"/>
              </a:rPr>
              <a:t>:			2022 – 2026</a:t>
            </a:r>
          </a:p>
          <a:p>
            <a:r>
              <a:rPr lang="vi-VN" altLang="en-US" sz="2500" dirty="0">
                <a:latin typeface="Times New Roman" panose="02020603050405020304" pitchFamily="18" charset="0"/>
                <a:cs typeface="Times New Roman" panose="02020603050405020304" pitchFamily="18" charset="0"/>
              </a:rPr>
              <a:t>GVHD: 		Phạm Trọng Huynh</a:t>
            </a:r>
          </a:p>
        </p:txBody>
      </p:sp>
      <p:sp>
        <p:nvSpPr>
          <p:cNvPr id="7" name="Google Shape;202;p18"/>
          <p:cNvSpPr txBox="1"/>
          <p:nvPr/>
        </p:nvSpPr>
        <p:spPr>
          <a:xfrm>
            <a:off x="111707" y="738148"/>
            <a:ext cx="9267300" cy="492125"/>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endParaRPr lang="en-US" sz="2000" dirty="0">
              <a:latin typeface="Times New Roman" panose="02020603050405020304" pitchFamily="18" charset="0"/>
              <a:cs typeface="Times New Roman" panose="02020603050405020304" pitchFamily="18" charset="0"/>
            </a:endParaRPr>
          </a:p>
          <a:p>
            <a:pPr lvl="0" algn="ctr">
              <a:lnSpc>
                <a:spcPct val="80000"/>
              </a:lnSpc>
            </a:pPr>
            <a:r>
              <a:rPr lang="vi-VN" altLang="en-US" sz="2000" b="1" dirty="0">
                <a:latin typeface="Times New Roman" panose="02020603050405020304" pitchFamily="18" charset="0"/>
                <a:cs typeface="Times New Roman" panose="02020603050405020304" pitchFamily="18" charset="0"/>
              </a:rPr>
              <a:t>KHOA CÔNG NGHỆ THÔNG TIN</a:t>
            </a:r>
          </a:p>
        </p:txBody>
      </p:sp>
      <p:sp>
        <p:nvSpPr>
          <p:cNvPr id="8" name="Google Shape;202;p18"/>
          <p:cNvSpPr txBox="1"/>
          <p:nvPr/>
        </p:nvSpPr>
        <p:spPr>
          <a:xfrm>
            <a:off x="-35374" y="1182606"/>
            <a:ext cx="9267300" cy="492125"/>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endParaRPr lang="en-US" sz="2000" dirty="0">
              <a:latin typeface="Times New Roman" panose="02020603050405020304" pitchFamily="18" charset="0"/>
              <a:cs typeface="Times New Roman" panose="02020603050405020304" pitchFamily="18" charset="0"/>
            </a:endParaRPr>
          </a:p>
          <a:p>
            <a:pPr lvl="0" algn="ctr">
              <a:lnSpc>
                <a:spcPct val="80000"/>
              </a:lnSpc>
            </a:pPr>
            <a:r>
              <a:rPr lang="vi-VN" altLang="en-US" sz="2000" dirty="0">
                <a:latin typeface="Times New Roman" panose="02020603050405020304" pitchFamily="18" charset="0"/>
                <a:cs typeface="Times New Roman" panose="02020603050405020304" pitchFamily="18" charset="0"/>
              </a:rPr>
              <a:t>Báo cáo giữa kì Đảm Bảo Chất </a:t>
            </a:r>
            <a:r>
              <a:rPr lang="vi-VN" altLang="en-US" sz="2000">
                <a:latin typeface="Times New Roman" panose="02020603050405020304" pitchFamily="18" charset="0"/>
                <a:cs typeface="Times New Roman" panose="02020603050405020304" pitchFamily="18" charset="0"/>
              </a:rPr>
              <a:t>Lượng Và Kiểm Thử Phần Mềm </a:t>
            </a:r>
            <a:endParaRPr lang="vi-V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grpSp>
        <p:nvGrpSpPr>
          <p:cNvPr id="970" name="Google Shape;970;p31"/>
          <p:cNvGrpSpPr/>
          <p:nvPr/>
        </p:nvGrpSpPr>
        <p:grpSpPr>
          <a:xfrm>
            <a:off x="7875610" y="386631"/>
            <a:ext cx="997823" cy="1575369"/>
            <a:chOff x="7230903" y="4040695"/>
            <a:chExt cx="708279" cy="1118235"/>
          </a:xfrm>
        </p:grpSpPr>
        <p:grpSp>
          <p:nvGrpSpPr>
            <p:cNvPr id="971" name="Google Shape;971;p31"/>
            <p:cNvGrpSpPr/>
            <p:nvPr/>
          </p:nvGrpSpPr>
          <p:grpSpPr>
            <a:xfrm>
              <a:off x="7230903" y="4040695"/>
              <a:ext cx="652843" cy="225742"/>
              <a:chOff x="7230903" y="4040695"/>
              <a:chExt cx="652843" cy="225742"/>
            </a:xfrm>
          </p:grpSpPr>
          <p:sp>
            <p:nvSpPr>
              <p:cNvPr id="972" name="Google Shape;972;p31"/>
              <p:cNvSpPr/>
              <p:nvPr/>
            </p:nvSpPr>
            <p:spPr>
              <a:xfrm>
                <a:off x="7230903" y="4040695"/>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3" name="Google Shape;973;p31"/>
              <p:cNvSpPr/>
              <p:nvPr/>
            </p:nvSpPr>
            <p:spPr>
              <a:xfrm>
                <a:off x="7287577" y="4077081"/>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74" name="Google Shape;974;p31"/>
              <p:cNvGrpSpPr/>
              <p:nvPr/>
            </p:nvGrpSpPr>
            <p:grpSpPr>
              <a:xfrm>
                <a:off x="7487126" y="4081367"/>
                <a:ext cx="332041" cy="142684"/>
                <a:chOff x="7487126" y="4081367"/>
                <a:chExt cx="332041" cy="142684"/>
              </a:xfrm>
            </p:grpSpPr>
            <p:sp>
              <p:nvSpPr>
                <p:cNvPr id="975" name="Google Shape;975;p31"/>
                <p:cNvSpPr/>
                <p:nvPr/>
              </p:nvSpPr>
              <p:spPr>
                <a:xfrm>
                  <a:off x="7487126" y="4081367"/>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6" name="Google Shape;976;p31"/>
                <p:cNvSpPr/>
                <p:nvPr/>
              </p:nvSpPr>
              <p:spPr>
                <a:xfrm>
                  <a:off x="7487126" y="4122134"/>
                  <a:ext cx="280320" cy="20383"/>
                </a:xfrm>
                <a:custGeom>
                  <a:avLst/>
                  <a:gdLst/>
                  <a:ahLst/>
                  <a:cxnLst/>
                  <a:rect l="l" t="t" r="r" b="b"/>
                  <a:pathLst>
                    <a:path w="280320" h="20383" extrusionOk="0">
                      <a:moveTo>
                        <a:pt x="0" y="0"/>
                      </a:moveTo>
                      <a:lnTo>
                        <a:pt x="280321" y="0"/>
                      </a:lnTo>
                      <a:lnTo>
                        <a:pt x="28032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7" name="Google Shape;977;p31"/>
                <p:cNvSpPr/>
                <p:nvPr/>
              </p:nvSpPr>
              <p:spPr>
                <a:xfrm>
                  <a:off x="7487126" y="4162901"/>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8" name="Google Shape;978;p31"/>
                <p:cNvSpPr/>
                <p:nvPr/>
              </p:nvSpPr>
              <p:spPr>
                <a:xfrm>
                  <a:off x="7487126" y="4203668"/>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79" name="Google Shape;979;p31"/>
            <p:cNvGrpSpPr/>
            <p:nvPr/>
          </p:nvGrpSpPr>
          <p:grpSpPr>
            <a:xfrm>
              <a:off x="7230903" y="4338161"/>
              <a:ext cx="652843" cy="225742"/>
              <a:chOff x="7230903" y="4338161"/>
              <a:chExt cx="652843" cy="225742"/>
            </a:xfrm>
          </p:grpSpPr>
          <p:sp>
            <p:nvSpPr>
              <p:cNvPr id="980" name="Google Shape;980;p31"/>
              <p:cNvSpPr/>
              <p:nvPr/>
            </p:nvSpPr>
            <p:spPr>
              <a:xfrm>
                <a:off x="7230903" y="4338161"/>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1" name="Google Shape;981;p31"/>
              <p:cNvSpPr/>
              <p:nvPr/>
            </p:nvSpPr>
            <p:spPr>
              <a:xfrm>
                <a:off x="7287577" y="4374737"/>
                <a:ext cx="151161" cy="151066"/>
              </a:xfrm>
              <a:custGeom>
                <a:avLst/>
                <a:gdLst/>
                <a:ahLst/>
                <a:cxnLst/>
                <a:rect l="l" t="t" r="r" b="b"/>
                <a:pathLst>
                  <a:path w="151161" h="151066" extrusionOk="0">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2" name="Google Shape;982;p31"/>
              <p:cNvGrpSpPr/>
              <p:nvPr/>
            </p:nvGrpSpPr>
            <p:grpSpPr>
              <a:xfrm>
                <a:off x="7487126" y="4378833"/>
                <a:ext cx="332041" cy="142684"/>
                <a:chOff x="7487126" y="4378833"/>
                <a:chExt cx="332041" cy="142684"/>
              </a:xfrm>
            </p:grpSpPr>
            <p:sp>
              <p:nvSpPr>
                <p:cNvPr id="983" name="Google Shape;983;p31"/>
                <p:cNvSpPr/>
                <p:nvPr/>
              </p:nvSpPr>
              <p:spPr>
                <a:xfrm>
                  <a:off x="7525512" y="4378833"/>
                  <a:ext cx="293655" cy="20383"/>
                </a:xfrm>
                <a:custGeom>
                  <a:avLst/>
                  <a:gdLst/>
                  <a:ahLst/>
                  <a:cxnLst/>
                  <a:rect l="l" t="t" r="r" b="b"/>
                  <a:pathLst>
                    <a:path w="293655" h="20383" extrusionOk="0">
                      <a:moveTo>
                        <a:pt x="0" y="0"/>
                      </a:moveTo>
                      <a:lnTo>
                        <a:pt x="293656" y="0"/>
                      </a:lnTo>
                      <a:lnTo>
                        <a:pt x="293656"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4" name="Google Shape;984;p31"/>
                <p:cNvSpPr/>
                <p:nvPr/>
              </p:nvSpPr>
              <p:spPr>
                <a:xfrm>
                  <a:off x="7487126" y="4419600"/>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5" name="Google Shape;985;p31"/>
                <p:cNvSpPr/>
                <p:nvPr/>
              </p:nvSpPr>
              <p:spPr>
                <a:xfrm>
                  <a:off x="7563802" y="4460367"/>
                  <a:ext cx="255365" cy="20383"/>
                </a:xfrm>
                <a:custGeom>
                  <a:avLst/>
                  <a:gdLst/>
                  <a:ahLst/>
                  <a:cxnLst/>
                  <a:rect l="l" t="t" r="r" b="b"/>
                  <a:pathLst>
                    <a:path w="255365" h="20383" extrusionOk="0">
                      <a:moveTo>
                        <a:pt x="0" y="0"/>
                      </a:moveTo>
                      <a:lnTo>
                        <a:pt x="255365" y="0"/>
                      </a:lnTo>
                      <a:lnTo>
                        <a:pt x="25536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6" name="Google Shape;986;p31"/>
                <p:cNvSpPr/>
                <p:nvPr/>
              </p:nvSpPr>
              <p:spPr>
                <a:xfrm>
                  <a:off x="7487126" y="4501134"/>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87" name="Google Shape;987;p31"/>
            <p:cNvSpPr/>
            <p:nvPr/>
          </p:nvSpPr>
          <p:spPr>
            <a:xfrm>
              <a:off x="7338250" y="4420804"/>
              <a:ext cx="50734" cy="60632"/>
            </a:xfrm>
            <a:custGeom>
              <a:avLst/>
              <a:gdLst/>
              <a:ahLst/>
              <a:cxnLst/>
              <a:rect l="l" t="t" r="r" b="b"/>
              <a:pathLst>
                <a:path w="50734" h="60632" extrusionOk="0">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8" name="Google Shape;988;p31"/>
            <p:cNvGrpSpPr/>
            <p:nvPr/>
          </p:nvGrpSpPr>
          <p:grpSpPr>
            <a:xfrm>
              <a:off x="7230903" y="4635722"/>
              <a:ext cx="652843" cy="225742"/>
              <a:chOff x="7230903" y="4635722"/>
              <a:chExt cx="652843" cy="225742"/>
            </a:xfrm>
          </p:grpSpPr>
          <p:sp>
            <p:nvSpPr>
              <p:cNvPr id="989" name="Google Shape;989;p3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0" name="Google Shape;990;p3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91" name="Google Shape;991;p31"/>
              <p:cNvGrpSpPr/>
              <p:nvPr/>
            </p:nvGrpSpPr>
            <p:grpSpPr>
              <a:xfrm>
                <a:off x="7487126" y="4676394"/>
                <a:ext cx="332041" cy="142684"/>
                <a:chOff x="7487126" y="4676394"/>
                <a:chExt cx="332041" cy="142684"/>
              </a:xfrm>
            </p:grpSpPr>
            <p:sp>
              <p:nvSpPr>
                <p:cNvPr id="992" name="Google Shape;992;p3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3" name="Google Shape;993;p3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4" name="Google Shape;994;p3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5" name="Google Shape;995;p3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96" name="Google Shape;996;p31"/>
            <p:cNvGrpSpPr/>
            <p:nvPr/>
          </p:nvGrpSpPr>
          <p:grpSpPr>
            <a:xfrm>
              <a:off x="7230903" y="4933188"/>
              <a:ext cx="652843" cy="225742"/>
              <a:chOff x="7230903" y="4933188"/>
              <a:chExt cx="652843" cy="225742"/>
            </a:xfrm>
          </p:grpSpPr>
          <p:grpSp>
            <p:nvGrpSpPr>
              <p:cNvPr id="997" name="Google Shape;997;p31"/>
              <p:cNvGrpSpPr/>
              <p:nvPr/>
            </p:nvGrpSpPr>
            <p:grpSpPr>
              <a:xfrm>
                <a:off x="7230903" y="4933188"/>
                <a:ext cx="652843" cy="225742"/>
                <a:chOff x="7230903" y="4933188"/>
                <a:chExt cx="652843" cy="225742"/>
              </a:xfrm>
            </p:grpSpPr>
            <p:sp>
              <p:nvSpPr>
                <p:cNvPr id="998" name="Google Shape;998;p3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9" name="Google Shape;999;p3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00" name="Google Shape;1000;p31"/>
                <p:cNvGrpSpPr/>
                <p:nvPr/>
              </p:nvGrpSpPr>
              <p:grpSpPr>
                <a:xfrm>
                  <a:off x="7487126" y="4973859"/>
                  <a:ext cx="332041" cy="142684"/>
                  <a:chOff x="7487126" y="4973859"/>
                  <a:chExt cx="332041" cy="142684"/>
                </a:xfrm>
              </p:grpSpPr>
              <p:sp>
                <p:nvSpPr>
                  <p:cNvPr id="1001" name="Google Shape;1001;p3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2" name="Google Shape;1002;p3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3" name="Google Shape;1003;p3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4" name="Google Shape;1004;p3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005" name="Google Shape;1005;p3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6" name="Google Shape;1006;p31"/>
            <p:cNvGrpSpPr/>
            <p:nvPr/>
          </p:nvGrpSpPr>
          <p:grpSpPr>
            <a:xfrm>
              <a:off x="7816120" y="4307395"/>
              <a:ext cx="123062" cy="63817"/>
              <a:chOff x="7816120" y="4307395"/>
              <a:chExt cx="123062" cy="63817"/>
            </a:xfrm>
          </p:grpSpPr>
          <p:sp>
            <p:nvSpPr>
              <p:cNvPr id="1007" name="Google Shape;1007;p31"/>
              <p:cNvSpPr/>
              <p:nvPr/>
            </p:nvSpPr>
            <p:spPr>
              <a:xfrm>
                <a:off x="7816120" y="4307395"/>
                <a:ext cx="123062" cy="63817"/>
              </a:xfrm>
              <a:custGeom>
                <a:avLst/>
                <a:gdLst/>
                <a:ahLst/>
                <a:cxnLst/>
                <a:rect l="l" t="t" r="r" b="b"/>
                <a:pathLst>
                  <a:path w="123062" h="63817" extrusionOk="0">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8" name="Google Shape;1008;p31"/>
              <p:cNvSpPr/>
              <p:nvPr/>
            </p:nvSpPr>
            <p:spPr>
              <a:xfrm>
                <a:off x="7858029" y="4319682"/>
                <a:ext cx="39242" cy="39243"/>
              </a:xfrm>
              <a:custGeom>
                <a:avLst/>
                <a:gdLst/>
                <a:ahLst/>
                <a:cxnLst/>
                <a:rect l="l" t="t" r="r" b="b"/>
                <a:pathLst>
                  <a:path w="39242" h="39243" extrusionOk="0">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9" name="Google Shape;1009;p31"/>
            <p:cNvGrpSpPr/>
            <p:nvPr/>
          </p:nvGrpSpPr>
          <p:grpSpPr>
            <a:xfrm>
              <a:off x="7816120" y="4892994"/>
              <a:ext cx="123062" cy="79991"/>
              <a:chOff x="7816120" y="4892994"/>
              <a:chExt cx="123062" cy="79991"/>
            </a:xfrm>
          </p:grpSpPr>
          <p:grpSp>
            <p:nvGrpSpPr>
              <p:cNvPr id="1010" name="Google Shape;1010;p31"/>
              <p:cNvGrpSpPr/>
              <p:nvPr/>
            </p:nvGrpSpPr>
            <p:grpSpPr>
              <a:xfrm>
                <a:off x="7816120" y="4902803"/>
                <a:ext cx="123062" cy="63817"/>
                <a:chOff x="7816120" y="4902803"/>
                <a:chExt cx="123062" cy="63817"/>
              </a:xfrm>
            </p:grpSpPr>
            <p:sp>
              <p:nvSpPr>
                <p:cNvPr id="1011" name="Google Shape;1011;p3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2" name="Google Shape;1012;p3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013" name="Google Shape;1013;p3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2" name="Subtitle 1"/>
          <p:cNvSpPr>
            <a:spLocks noGrp="1"/>
          </p:cNvSpPr>
          <p:nvPr>
            <p:ph type="subTitle" idx="1"/>
          </p:nvPr>
        </p:nvSpPr>
        <p:spPr>
          <a:xfrm>
            <a:off x="1248255" y="1076961"/>
            <a:ext cx="5685155" cy="1593215"/>
          </a:xfrm>
        </p:spPr>
        <p:txBody>
          <a:bodyPr/>
          <a:lstStyle/>
          <a:p>
            <a:pPr marL="152400" indent="0">
              <a:buNone/>
            </a:pPr>
            <a:r>
              <a:rPr lang="vi-VN" sz="1800" dirty="0">
                <a:effectLst/>
                <a:latin typeface="Times New Roman" panose="02020603050405020304" pitchFamily="18" charset="0"/>
                <a:ea typeface="Arial" panose="020B0604020202020204" pitchFamily="34" charset="0"/>
              </a:rPr>
              <a:t>OWASP Juice Shop, đây là một ứng dụng web thương mại điện tử mô phỏng cửa hàng bán nước ép mã nguồn mở do tổ chức OWASP phát triển. Ứng dụng này được cố tình thiết kế chứa đựng nhiều lỗ hổng bảo mật nghiêm trọng. </a:t>
            </a:r>
          </a:p>
          <a:p>
            <a:pPr marL="152400" indent="0">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Thực thi kiểm thử để phát hiện các lỗ hổng và ánh xạ (mapping) chúng vào các danh mục lỗi của tiêu chuẩn quốc tế OWASP Top 10 – 2021.</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marL="152400" indent="0">
              <a:buNone/>
            </a:pPr>
            <a:r>
              <a:rPr lang="vi-VN" sz="1800" dirty="0">
                <a:effectLst/>
                <a:latin typeface="Times New Roman" panose="02020603050405020304" pitchFamily="18" charset="0"/>
                <a:ea typeface="Arial" panose="020B0604020202020204" pitchFamily="34" charset="0"/>
              </a:rPr>
              <a:t>Ứng dụng Web, hạy cục bộ trên máy cá nhân (Localhost) thông qua môi trường Node.js. Trình duyệt web</a:t>
            </a:r>
            <a:endParaRPr lang="en-US" altLang="en-US" sz="2000" dirty="0">
              <a:latin typeface="Times New Roman" panose="02020603050405020304" pitchFamily="18" charset="0"/>
              <a:cs typeface="Times New Roman" panose="02020603050405020304" pitchFamily="18" charset="0"/>
            </a:endParaRPr>
          </a:p>
        </p:txBody>
      </p:sp>
      <p:sp>
        <p:nvSpPr>
          <p:cNvPr id="1134" name="Google Shape;1134;p35"/>
          <p:cNvSpPr txBox="1">
            <a:spLocks noGrp="1"/>
          </p:cNvSpPr>
          <p:nvPr>
            <p:ph type="title"/>
          </p:nvPr>
        </p:nvSpPr>
        <p:spPr>
          <a:xfrm>
            <a:off x="0" y="14605"/>
            <a:ext cx="7703820" cy="572770"/>
          </a:xfrm>
          <a:prstGeom prst="rect">
            <a:avLst/>
          </a:prstGeom>
        </p:spPr>
        <p:txBody>
          <a:bodyPr spcFirstLastPara="1" wrap="square" lIns="91425" tIns="91425" rIns="91425" bIns="91425" anchor="t" anchorCtr="0">
            <a:noAutofit/>
          </a:body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PHẦN 1: TỔNG QUAN DỰ ÁN</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6" name="Subtitle 1"/>
          <p:cNvSpPr/>
          <p:nvPr/>
        </p:nvSpPr>
        <p:spPr>
          <a:xfrm>
            <a:off x="755650" y="3579495"/>
            <a:ext cx="6258560" cy="114173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6pPr>
            <a:lvl7pPr marL="3200400" marR="0" lvl="6"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7pPr>
            <a:lvl8pPr marL="3657600" marR="0" lvl="7"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9pPr>
          </a:lstStyle>
          <a:p>
            <a:pPr marL="152400" indent="457200">
              <a:buNone/>
            </a:pPr>
            <a:endParaRPr lang="vi-VN"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grpSp>
        <p:nvGrpSpPr>
          <p:cNvPr id="970" name="Google Shape;970;p31"/>
          <p:cNvGrpSpPr/>
          <p:nvPr/>
        </p:nvGrpSpPr>
        <p:grpSpPr>
          <a:xfrm>
            <a:off x="7875610" y="386631"/>
            <a:ext cx="997823" cy="1575369"/>
            <a:chOff x="7230903" y="4040695"/>
            <a:chExt cx="708279" cy="1118235"/>
          </a:xfrm>
        </p:grpSpPr>
        <p:grpSp>
          <p:nvGrpSpPr>
            <p:cNvPr id="971" name="Google Shape;971;p31"/>
            <p:cNvGrpSpPr/>
            <p:nvPr/>
          </p:nvGrpSpPr>
          <p:grpSpPr>
            <a:xfrm>
              <a:off x="7230903" y="4040695"/>
              <a:ext cx="652843" cy="225742"/>
              <a:chOff x="7230903" y="4040695"/>
              <a:chExt cx="652843" cy="225742"/>
            </a:xfrm>
          </p:grpSpPr>
          <p:sp>
            <p:nvSpPr>
              <p:cNvPr id="972" name="Google Shape;972;p31"/>
              <p:cNvSpPr/>
              <p:nvPr/>
            </p:nvSpPr>
            <p:spPr>
              <a:xfrm>
                <a:off x="7230903" y="4040695"/>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3" name="Google Shape;973;p31"/>
              <p:cNvSpPr/>
              <p:nvPr/>
            </p:nvSpPr>
            <p:spPr>
              <a:xfrm>
                <a:off x="7287577" y="4077081"/>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74" name="Google Shape;974;p31"/>
              <p:cNvGrpSpPr/>
              <p:nvPr/>
            </p:nvGrpSpPr>
            <p:grpSpPr>
              <a:xfrm>
                <a:off x="7487126" y="4081367"/>
                <a:ext cx="332041" cy="142684"/>
                <a:chOff x="7487126" y="4081367"/>
                <a:chExt cx="332041" cy="142684"/>
              </a:xfrm>
            </p:grpSpPr>
            <p:sp>
              <p:nvSpPr>
                <p:cNvPr id="975" name="Google Shape;975;p31"/>
                <p:cNvSpPr/>
                <p:nvPr/>
              </p:nvSpPr>
              <p:spPr>
                <a:xfrm>
                  <a:off x="7487126" y="4081367"/>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6" name="Google Shape;976;p31"/>
                <p:cNvSpPr/>
                <p:nvPr/>
              </p:nvSpPr>
              <p:spPr>
                <a:xfrm>
                  <a:off x="7487126" y="4122134"/>
                  <a:ext cx="280320" cy="20383"/>
                </a:xfrm>
                <a:custGeom>
                  <a:avLst/>
                  <a:gdLst/>
                  <a:ahLst/>
                  <a:cxnLst/>
                  <a:rect l="l" t="t" r="r" b="b"/>
                  <a:pathLst>
                    <a:path w="280320" h="20383" extrusionOk="0">
                      <a:moveTo>
                        <a:pt x="0" y="0"/>
                      </a:moveTo>
                      <a:lnTo>
                        <a:pt x="280321" y="0"/>
                      </a:lnTo>
                      <a:lnTo>
                        <a:pt x="28032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7" name="Google Shape;977;p31"/>
                <p:cNvSpPr/>
                <p:nvPr/>
              </p:nvSpPr>
              <p:spPr>
                <a:xfrm>
                  <a:off x="7487126" y="4162901"/>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8" name="Google Shape;978;p31"/>
                <p:cNvSpPr/>
                <p:nvPr/>
              </p:nvSpPr>
              <p:spPr>
                <a:xfrm>
                  <a:off x="7487126" y="4203668"/>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79" name="Google Shape;979;p31"/>
            <p:cNvGrpSpPr/>
            <p:nvPr/>
          </p:nvGrpSpPr>
          <p:grpSpPr>
            <a:xfrm>
              <a:off x="7230903" y="4338161"/>
              <a:ext cx="652843" cy="225742"/>
              <a:chOff x="7230903" y="4338161"/>
              <a:chExt cx="652843" cy="225742"/>
            </a:xfrm>
          </p:grpSpPr>
          <p:sp>
            <p:nvSpPr>
              <p:cNvPr id="980" name="Google Shape;980;p31"/>
              <p:cNvSpPr/>
              <p:nvPr/>
            </p:nvSpPr>
            <p:spPr>
              <a:xfrm>
                <a:off x="7230903" y="4338161"/>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1" name="Google Shape;981;p31"/>
              <p:cNvSpPr/>
              <p:nvPr/>
            </p:nvSpPr>
            <p:spPr>
              <a:xfrm>
                <a:off x="7287577" y="4374737"/>
                <a:ext cx="151161" cy="151066"/>
              </a:xfrm>
              <a:custGeom>
                <a:avLst/>
                <a:gdLst/>
                <a:ahLst/>
                <a:cxnLst/>
                <a:rect l="l" t="t" r="r" b="b"/>
                <a:pathLst>
                  <a:path w="151161" h="151066" extrusionOk="0">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2" name="Google Shape;982;p31"/>
              <p:cNvGrpSpPr/>
              <p:nvPr/>
            </p:nvGrpSpPr>
            <p:grpSpPr>
              <a:xfrm>
                <a:off x="7487126" y="4378833"/>
                <a:ext cx="332041" cy="142684"/>
                <a:chOff x="7487126" y="4378833"/>
                <a:chExt cx="332041" cy="142684"/>
              </a:xfrm>
            </p:grpSpPr>
            <p:sp>
              <p:nvSpPr>
                <p:cNvPr id="983" name="Google Shape;983;p31"/>
                <p:cNvSpPr/>
                <p:nvPr/>
              </p:nvSpPr>
              <p:spPr>
                <a:xfrm>
                  <a:off x="7525512" y="4378833"/>
                  <a:ext cx="293655" cy="20383"/>
                </a:xfrm>
                <a:custGeom>
                  <a:avLst/>
                  <a:gdLst/>
                  <a:ahLst/>
                  <a:cxnLst/>
                  <a:rect l="l" t="t" r="r" b="b"/>
                  <a:pathLst>
                    <a:path w="293655" h="20383" extrusionOk="0">
                      <a:moveTo>
                        <a:pt x="0" y="0"/>
                      </a:moveTo>
                      <a:lnTo>
                        <a:pt x="293656" y="0"/>
                      </a:lnTo>
                      <a:lnTo>
                        <a:pt x="293656"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4" name="Google Shape;984;p31"/>
                <p:cNvSpPr/>
                <p:nvPr/>
              </p:nvSpPr>
              <p:spPr>
                <a:xfrm>
                  <a:off x="7487126" y="4419600"/>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5" name="Google Shape;985;p31"/>
                <p:cNvSpPr/>
                <p:nvPr/>
              </p:nvSpPr>
              <p:spPr>
                <a:xfrm>
                  <a:off x="7563802" y="4460367"/>
                  <a:ext cx="255365" cy="20383"/>
                </a:xfrm>
                <a:custGeom>
                  <a:avLst/>
                  <a:gdLst/>
                  <a:ahLst/>
                  <a:cxnLst/>
                  <a:rect l="l" t="t" r="r" b="b"/>
                  <a:pathLst>
                    <a:path w="255365" h="20383" extrusionOk="0">
                      <a:moveTo>
                        <a:pt x="0" y="0"/>
                      </a:moveTo>
                      <a:lnTo>
                        <a:pt x="255365" y="0"/>
                      </a:lnTo>
                      <a:lnTo>
                        <a:pt x="25536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6" name="Google Shape;986;p31"/>
                <p:cNvSpPr/>
                <p:nvPr/>
              </p:nvSpPr>
              <p:spPr>
                <a:xfrm>
                  <a:off x="7487126" y="4501134"/>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87" name="Google Shape;987;p31"/>
            <p:cNvSpPr/>
            <p:nvPr/>
          </p:nvSpPr>
          <p:spPr>
            <a:xfrm>
              <a:off x="7338250" y="4420804"/>
              <a:ext cx="50734" cy="60632"/>
            </a:xfrm>
            <a:custGeom>
              <a:avLst/>
              <a:gdLst/>
              <a:ahLst/>
              <a:cxnLst/>
              <a:rect l="l" t="t" r="r" b="b"/>
              <a:pathLst>
                <a:path w="50734" h="60632" extrusionOk="0">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8" name="Google Shape;988;p31"/>
            <p:cNvGrpSpPr/>
            <p:nvPr/>
          </p:nvGrpSpPr>
          <p:grpSpPr>
            <a:xfrm>
              <a:off x="7230903" y="4635722"/>
              <a:ext cx="652843" cy="225742"/>
              <a:chOff x="7230903" y="4635722"/>
              <a:chExt cx="652843" cy="225742"/>
            </a:xfrm>
          </p:grpSpPr>
          <p:sp>
            <p:nvSpPr>
              <p:cNvPr id="989" name="Google Shape;989;p3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0" name="Google Shape;990;p3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91" name="Google Shape;991;p31"/>
              <p:cNvGrpSpPr/>
              <p:nvPr/>
            </p:nvGrpSpPr>
            <p:grpSpPr>
              <a:xfrm>
                <a:off x="7487126" y="4676394"/>
                <a:ext cx="332041" cy="142684"/>
                <a:chOff x="7487126" y="4676394"/>
                <a:chExt cx="332041" cy="142684"/>
              </a:xfrm>
            </p:grpSpPr>
            <p:sp>
              <p:nvSpPr>
                <p:cNvPr id="992" name="Google Shape;992;p3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3" name="Google Shape;993;p3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4" name="Google Shape;994;p3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5" name="Google Shape;995;p3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96" name="Google Shape;996;p31"/>
            <p:cNvGrpSpPr/>
            <p:nvPr/>
          </p:nvGrpSpPr>
          <p:grpSpPr>
            <a:xfrm>
              <a:off x="7230903" y="4933188"/>
              <a:ext cx="652843" cy="225742"/>
              <a:chOff x="7230903" y="4933188"/>
              <a:chExt cx="652843" cy="225742"/>
            </a:xfrm>
          </p:grpSpPr>
          <p:grpSp>
            <p:nvGrpSpPr>
              <p:cNvPr id="997" name="Google Shape;997;p31"/>
              <p:cNvGrpSpPr/>
              <p:nvPr/>
            </p:nvGrpSpPr>
            <p:grpSpPr>
              <a:xfrm>
                <a:off x="7230903" y="4933188"/>
                <a:ext cx="652843" cy="225742"/>
                <a:chOff x="7230903" y="4933188"/>
                <a:chExt cx="652843" cy="225742"/>
              </a:xfrm>
            </p:grpSpPr>
            <p:sp>
              <p:nvSpPr>
                <p:cNvPr id="998" name="Google Shape;998;p3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9" name="Google Shape;999;p3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00" name="Google Shape;1000;p31"/>
                <p:cNvGrpSpPr/>
                <p:nvPr/>
              </p:nvGrpSpPr>
              <p:grpSpPr>
                <a:xfrm>
                  <a:off x="7487126" y="4973859"/>
                  <a:ext cx="332041" cy="142684"/>
                  <a:chOff x="7487126" y="4973859"/>
                  <a:chExt cx="332041" cy="142684"/>
                </a:xfrm>
              </p:grpSpPr>
              <p:sp>
                <p:nvSpPr>
                  <p:cNvPr id="1001" name="Google Shape;1001;p3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2" name="Google Shape;1002;p3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3" name="Google Shape;1003;p3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4" name="Google Shape;1004;p3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005" name="Google Shape;1005;p3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6" name="Google Shape;1006;p31"/>
            <p:cNvGrpSpPr/>
            <p:nvPr/>
          </p:nvGrpSpPr>
          <p:grpSpPr>
            <a:xfrm>
              <a:off x="7816120" y="4307395"/>
              <a:ext cx="123062" cy="63817"/>
              <a:chOff x="7816120" y="4307395"/>
              <a:chExt cx="123062" cy="63817"/>
            </a:xfrm>
          </p:grpSpPr>
          <p:sp>
            <p:nvSpPr>
              <p:cNvPr id="1007" name="Google Shape;1007;p31"/>
              <p:cNvSpPr/>
              <p:nvPr/>
            </p:nvSpPr>
            <p:spPr>
              <a:xfrm>
                <a:off x="7816120" y="4307395"/>
                <a:ext cx="123062" cy="63817"/>
              </a:xfrm>
              <a:custGeom>
                <a:avLst/>
                <a:gdLst/>
                <a:ahLst/>
                <a:cxnLst/>
                <a:rect l="l" t="t" r="r" b="b"/>
                <a:pathLst>
                  <a:path w="123062" h="63817" extrusionOk="0">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8" name="Google Shape;1008;p31"/>
              <p:cNvSpPr/>
              <p:nvPr/>
            </p:nvSpPr>
            <p:spPr>
              <a:xfrm>
                <a:off x="7858029" y="4319682"/>
                <a:ext cx="39242" cy="39243"/>
              </a:xfrm>
              <a:custGeom>
                <a:avLst/>
                <a:gdLst/>
                <a:ahLst/>
                <a:cxnLst/>
                <a:rect l="l" t="t" r="r" b="b"/>
                <a:pathLst>
                  <a:path w="39242" h="39243" extrusionOk="0">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9" name="Google Shape;1009;p31"/>
            <p:cNvGrpSpPr/>
            <p:nvPr/>
          </p:nvGrpSpPr>
          <p:grpSpPr>
            <a:xfrm>
              <a:off x="7816120" y="4892994"/>
              <a:ext cx="123062" cy="79991"/>
              <a:chOff x="7816120" y="4892994"/>
              <a:chExt cx="123062" cy="79991"/>
            </a:xfrm>
          </p:grpSpPr>
          <p:grpSp>
            <p:nvGrpSpPr>
              <p:cNvPr id="1010" name="Google Shape;1010;p31"/>
              <p:cNvGrpSpPr/>
              <p:nvPr/>
            </p:nvGrpSpPr>
            <p:grpSpPr>
              <a:xfrm>
                <a:off x="7816120" y="4902803"/>
                <a:ext cx="123062" cy="63817"/>
                <a:chOff x="7816120" y="4902803"/>
                <a:chExt cx="123062" cy="63817"/>
              </a:xfrm>
            </p:grpSpPr>
            <p:sp>
              <p:nvSpPr>
                <p:cNvPr id="1011" name="Google Shape;1011;p3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2" name="Google Shape;1012;p3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013" name="Google Shape;1013;p3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2" name="Title 1"/>
          <p:cNvSpPr>
            <a:spLocks noGrp="1"/>
          </p:cNvSpPr>
          <p:nvPr/>
        </p:nvSpPr>
        <p:spPr>
          <a:xfrm>
            <a:off x="-36195" y="-2844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PHẦN 2: PHÂN TÍCH YÊU CẦU VÀ PHẠM VI KIỂM THỬ</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5" name="Subtitle 4"/>
          <p:cNvSpPr>
            <a:spLocks noGrp="1"/>
          </p:cNvSpPr>
          <p:nvPr>
            <p:ph type="subTitle" idx="1"/>
          </p:nvPr>
        </p:nvSpPr>
        <p:spPr>
          <a:xfrm>
            <a:off x="107950" y="852170"/>
            <a:ext cx="6632575" cy="1228725"/>
          </a:xfrm>
        </p:spPr>
        <p:txBody>
          <a:bodyPr/>
          <a:lstStyle/>
          <a:p>
            <a:pPr marL="152400" indent="0">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Quản lý tài khoản: Đăng nhập, Đăng ký, Quên mật khẩu.</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marL="152400" indent="0">
              <a:lnSpc>
                <a:spcPct val="107000"/>
              </a:lnSpc>
              <a:spcAft>
                <a:spcPts val="80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Mua sắm: Tìm kiếm sản phẩm, Xem chi tiết, Đánh giá sản phẩm.</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marL="152400" indent="0">
              <a:lnSpc>
                <a:spcPct val="107000"/>
              </a:lnSpc>
              <a:spcAft>
                <a:spcPts val="80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Giao dịch: Thêm vào giỏ hàng, Thanh toán.</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marL="152400" indent="0">
              <a:lnSpc>
                <a:spcPct val="107000"/>
              </a:lnSpc>
              <a:spcAft>
                <a:spcPts val="80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Chức năng ẩn/Hệ thống: Bảng điểm thử thách, Thư mục lưu trữ tài liệu.</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6" name="Subtitle 4"/>
          <p:cNvSpPr/>
          <p:nvPr/>
        </p:nvSpPr>
        <p:spPr>
          <a:xfrm>
            <a:off x="551412" y="3120932"/>
            <a:ext cx="6632575" cy="169926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6pPr>
            <a:lvl7pPr marL="3200400" marR="0" lvl="6"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7pPr>
            <a:lvl8pPr marL="3657600" marR="0" lvl="7"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panose="020F0502020204030203"/>
                <a:ea typeface="Lato" panose="020F0502020204030203"/>
                <a:cs typeface="Lato" panose="020F0502020204030203"/>
                <a:sym typeface="Lato" panose="020F0502020204030203"/>
              </a:defRPr>
            </a:lvl9pPr>
          </a:lstStyle>
          <a:p>
            <a:pPr marL="152400" indent="0">
              <a:buNone/>
            </a:pPr>
            <a:r>
              <a:rPr lang="vi-VN" sz="1800" dirty="0">
                <a:effectLst/>
                <a:latin typeface="Times New Roman" panose="02020603050405020304" pitchFamily="18" charset="0"/>
                <a:ea typeface="Arial" panose="020B0604020202020204" pitchFamily="34" charset="0"/>
              </a:rPr>
              <a:t>Thực hiện Kiểm thử bảo mật. Tập trung tìm kiếm các lỗ hổng thuộc tiêu chuẩn OWASP Top 10 – 2021. Không thực hiện Kiểm thử hiệu năng hoặc tấn công từ chối dịch vụ làm sập hệ thống. Không đi sâu vào kiểm thử chức năng như tính toán logic giỏ hàng hay kết nối cổng thanh toán thật.</a:t>
            </a:r>
            <a:endParaRPr lang="vi-V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grpSp>
        <p:nvGrpSpPr>
          <p:cNvPr id="970" name="Google Shape;970;p31"/>
          <p:cNvGrpSpPr/>
          <p:nvPr/>
        </p:nvGrpSpPr>
        <p:grpSpPr>
          <a:xfrm>
            <a:off x="7875610" y="386631"/>
            <a:ext cx="997823" cy="1575369"/>
            <a:chOff x="7230903" y="4040695"/>
            <a:chExt cx="708279" cy="1118235"/>
          </a:xfrm>
        </p:grpSpPr>
        <p:grpSp>
          <p:nvGrpSpPr>
            <p:cNvPr id="971" name="Google Shape;971;p31"/>
            <p:cNvGrpSpPr/>
            <p:nvPr/>
          </p:nvGrpSpPr>
          <p:grpSpPr>
            <a:xfrm>
              <a:off x="7230903" y="4040695"/>
              <a:ext cx="652843" cy="225742"/>
              <a:chOff x="7230903" y="4040695"/>
              <a:chExt cx="652843" cy="225742"/>
            </a:xfrm>
          </p:grpSpPr>
          <p:sp>
            <p:nvSpPr>
              <p:cNvPr id="972" name="Google Shape;972;p31"/>
              <p:cNvSpPr/>
              <p:nvPr/>
            </p:nvSpPr>
            <p:spPr>
              <a:xfrm>
                <a:off x="7230903" y="4040695"/>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3" name="Google Shape;973;p31"/>
              <p:cNvSpPr/>
              <p:nvPr/>
            </p:nvSpPr>
            <p:spPr>
              <a:xfrm>
                <a:off x="7287577" y="4077081"/>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74" name="Google Shape;974;p31"/>
              <p:cNvGrpSpPr/>
              <p:nvPr/>
            </p:nvGrpSpPr>
            <p:grpSpPr>
              <a:xfrm>
                <a:off x="7487126" y="4081367"/>
                <a:ext cx="332041" cy="142684"/>
                <a:chOff x="7487126" y="4081367"/>
                <a:chExt cx="332041" cy="142684"/>
              </a:xfrm>
            </p:grpSpPr>
            <p:sp>
              <p:nvSpPr>
                <p:cNvPr id="975" name="Google Shape;975;p31"/>
                <p:cNvSpPr/>
                <p:nvPr/>
              </p:nvSpPr>
              <p:spPr>
                <a:xfrm>
                  <a:off x="7487126" y="4081367"/>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6" name="Google Shape;976;p31"/>
                <p:cNvSpPr/>
                <p:nvPr/>
              </p:nvSpPr>
              <p:spPr>
                <a:xfrm>
                  <a:off x="7487126" y="4122134"/>
                  <a:ext cx="280320" cy="20383"/>
                </a:xfrm>
                <a:custGeom>
                  <a:avLst/>
                  <a:gdLst/>
                  <a:ahLst/>
                  <a:cxnLst/>
                  <a:rect l="l" t="t" r="r" b="b"/>
                  <a:pathLst>
                    <a:path w="280320" h="20383" extrusionOk="0">
                      <a:moveTo>
                        <a:pt x="0" y="0"/>
                      </a:moveTo>
                      <a:lnTo>
                        <a:pt x="280321" y="0"/>
                      </a:lnTo>
                      <a:lnTo>
                        <a:pt x="28032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7" name="Google Shape;977;p31"/>
                <p:cNvSpPr/>
                <p:nvPr/>
              </p:nvSpPr>
              <p:spPr>
                <a:xfrm>
                  <a:off x="7487126" y="4162901"/>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8" name="Google Shape;978;p31"/>
                <p:cNvSpPr/>
                <p:nvPr/>
              </p:nvSpPr>
              <p:spPr>
                <a:xfrm>
                  <a:off x="7487126" y="4203668"/>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79" name="Google Shape;979;p31"/>
            <p:cNvGrpSpPr/>
            <p:nvPr/>
          </p:nvGrpSpPr>
          <p:grpSpPr>
            <a:xfrm>
              <a:off x="7230903" y="4338161"/>
              <a:ext cx="652843" cy="225742"/>
              <a:chOff x="7230903" y="4338161"/>
              <a:chExt cx="652843" cy="225742"/>
            </a:xfrm>
          </p:grpSpPr>
          <p:sp>
            <p:nvSpPr>
              <p:cNvPr id="980" name="Google Shape;980;p31"/>
              <p:cNvSpPr/>
              <p:nvPr/>
            </p:nvSpPr>
            <p:spPr>
              <a:xfrm>
                <a:off x="7230903" y="4338161"/>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1" name="Google Shape;981;p31"/>
              <p:cNvSpPr/>
              <p:nvPr/>
            </p:nvSpPr>
            <p:spPr>
              <a:xfrm>
                <a:off x="7287577" y="4374737"/>
                <a:ext cx="151161" cy="151066"/>
              </a:xfrm>
              <a:custGeom>
                <a:avLst/>
                <a:gdLst/>
                <a:ahLst/>
                <a:cxnLst/>
                <a:rect l="l" t="t" r="r" b="b"/>
                <a:pathLst>
                  <a:path w="151161" h="151066" extrusionOk="0">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2" name="Google Shape;982;p31"/>
              <p:cNvGrpSpPr/>
              <p:nvPr/>
            </p:nvGrpSpPr>
            <p:grpSpPr>
              <a:xfrm>
                <a:off x="7487126" y="4378833"/>
                <a:ext cx="332041" cy="142684"/>
                <a:chOff x="7487126" y="4378833"/>
                <a:chExt cx="332041" cy="142684"/>
              </a:xfrm>
            </p:grpSpPr>
            <p:sp>
              <p:nvSpPr>
                <p:cNvPr id="983" name="Google Shape;983;p31"/>
                <p:cNvSpPr/>
                <p:nvPr/>
              </p:nvSpPr>
              <p:spPr>
                <a:xfrm>
                  <a:off x="7525512" y="4378833"/>
                  <a:ext cx="293655" cy="20383"/>
                </a:xfrm>
                <a:custGeom>
                  <a:avLst/>
                  <a:gdLst/>
                  <a:ahLst/>
                  <a:cxnLst/>
                  <a:rect l="l" t="t" r="r" b="b"/>
                  <a:pathLst>
                    <a:path w="293655" h="20383" extrusionOk="0">
                      <a:moveTo>
                        <a:pt x="0" y="0"/>
                      </a:moveTo>
                      <a:lnTo>
                        <a:pt x="293656" y="0"/>
                      </a:lnTo>
                      <a:lnTo>
                        <a:pt x="293656"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4" name="Google Shape;984;p31"/>
                <p:cNvSpPr/>
                <p:nvPr/>
              </p:nvSpPr>
              <p:spPr>
                <a:xfrm>
                  <a:off x="7487126" y="4419600"/>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5" name="Google Shape;985;p31"/>
                <p:cNvSpPr/>
                <p:nvPr/>
              </p:nvSpPr>
              <p:spPr>
                <a:xfrm>
                  <a:off x="7563802" y="4460367"/>
                  <a:ext cx="255365" cy="20383"/>
                </a:xfrm>
                <a:custGeom>
                  <a:avLst/>
                  <a:gdLst/>
                  <a:ahLst/>
                  <a:cxnLst/>
                  <a:rect l="l" t="t" r="r" b="b"/>
                  <a:pathLst>
                    <a:path w="255365" h="20383" extrusionOk="0">
                      <a:moveTo>
                        <a:pt x="0" y="0"/>
                      </a:moveTo>
                      <a:lnTo>
                        <a:pt x="255365" y="0"/>
                      </a:lnTo>
                      <a:lnTo>
                        <a:pt x="25536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6" name="Google Shape;986;p31"/>
                <p:cNvSpPr/>
                <p:nvPr/>
              </p:nvSpPr>
              <p:spPr>
                <a:xfrm>
                  <a:off x="7487126" y="4501134"/>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87" name="Google Shape;987;p31"/>
            <p:cNvSpPr/>
            <p:nvPr/>
          </p:nvSpPr>
          <p:spPr>
            <a:xfrm>
              <a:off x="7338250" y="4420804"/>
              <a:ext cx="50734" cy="60632"/>
            </a:xfrm>
            <a:custGeom>
              <a:avLst/>
              <a:gdLst/>
              <a:ahLst/>
              <a:cxnLst/>
              <a:rect l="l" t="t" r="r" b="b"/>
              <a:pathLst>
                <a:path w="50734" h="60632" extrusionOk="0">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8" name="Google Shape;988;p31"/>
            <p:cNvGrpSpPr/>
            <p:nvPr/>
          </p:nvGrpSpPr>
          <p:grpSpPr>
            <a:xfrm>
              <a:off x="7230903" y="4635722"/>
              <a:ext cx="652843" cy="225742"/>
              <a:chOff x="7230903" y="4635722"/>
              <a:chExt cx="652843" cy="225742"/>
            </a:xfrm>
          </p:grpSpPr>
          <p:sp>
            <p:nvSpPr>
              <p:cNvPr id="989" name="Google Shape;989;p3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0" name="Google Shape;990;p3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91" name="Google Shape;991;p31"/>
              <p:cNvGrpSpPr/>
              <p:nvPr/>
            </p:nvGrpSpPr>
            <p:grpSpPr>
              <a:xfrm>
                <a:off x="7487126" y="4676394"/>
                <a:ext cx="332041" cy="142684"/>
                <a:chOff x="7487126" y="4676394"/>
                <a:chExt cx="332041" cy="142684"/>
              </a:xfrm>
            </p:grpSpPr>
            <p:sp>
              <p:nvSpPr>
                <p:cNvPr id="992" name="Google Shape;992;p3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3" name="Google Shape;993;p3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4" name="Google Shape;994;p3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5" name="Google Shape;995;p3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96" name="Google Shape;996;p31"/>
            <p:cNvGrpSpPr/>
            <p:nvPr/>
          </p:nvGrpSpPr>
          <p:grpSpPr>
            <a:xfrm>
              <a:off x="7230903" y="4933188"/>
              <a:ext cx="652843" cy="225742"/>
              <a:chOff x="7230903" y="4933188"/>
              <a:chExt cx="652843" cy="225742"/>
            </a:xfrm>
          </p:grpSpPr>
          <p:grpSp>
            <p:nvGrpSpPr>
              <p:cNvPr id="997" name="Google Shape;997;p31"/>
              <p:cNvGrpSpPr/>
              <p:nvPr/>
            </p:nvGrpSpPr>
            <p:grpSpPr>
              <a:xfrm>
                <a:off x="7230903" y="4933188"/>
                <a:ext cx="652843" cy="225742"/>
                <a:chOff x="7230903" y="4933188"/>
                <a:chExt cx="652843" cy="225742"/>
              </a:xfrm>
            </p:grpSpPr>
            <p:sp>
              <p:nvSpPr>
                <p:cNvPr id="998" name="Google Shape;998;p3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9" name="Google Shape;999;p3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00" name="Google Shape;1000;p31"/>
                <p:cNvGrpSpPr/>
                <p:nvPr/>
              </p:nvGrpSpPr>
              <p:grpSpPr>
                <a:xfrm>
                  <a:off x="7487126" y="4973859"/>
                  <a:ext cx="332041" cy="142684"/>
                  <a:chOff x="7487126" y="4973859"/>
                  <a:chExt cx="332041" cy="142684"/>
                </a:xfrm>
              </p:grpSpPr>
              <p:sp>
                <p:nvSpPr>
                  <p:cNvPr id="1001" name="Google Shape;1001;p3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2" name="Google Shape;1002;p3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3" name="Google Shape;1003;p3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4" name="Google Shape;1004;p3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005" name="Google Shape;1005;p3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6" name="Google Shape;1006;p31"/>
            <p:cNvGrpSpPr/>
            <p:nvPr/>
          </p:nvGrpSpPr>
          <p:grpSpPr>
            <a:xfrm>
              <a:off x="7816120" y="4307395"/>
              <a:ext cx="123062" cy="63817"/>
              <a:chOff x="7816120" y="4307395"/>
              <a:chExt cx="123062" cy="63817"/>
            </a:xfrm>
          </p:grpSpPr>
          <p:sp>
            <p:nvSpPr>
              <p:cNvPr id="1007" name="Google Shape;1007;p31"/>
              <p:cNvSpPr/>
              <p:nvPr/>
            </p:nvSpPr>
            <p:spPr>
              <a:xfrm>
                <a:off x="7816120" y="4307395"/>
                <a:ext cx="123062" cy="63817"/>
              </a:xfrm>
              <a:custGeom>
                <a:avLst/>
                <a:gdLst/>
                <a:ahLst/>
                <a:cxnLst/>
                <a:rect l="l" t="t" r="r" b="b"/>
                <a:pathLst>
                  <a:path w="123062" h="63817" extrusionOk="0">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8" name="Google Shape;1008;p31"/>
              <p:cNvSpPr/>
              <p:nvPr/>
            </p:nvSpPr>
            <p:spPr>
              <a:xfrm>
                <a:off x="7858029" y="4319682"/>
                <a:ext cx="39242" cy="39243"/>
              </a:xfrm>
              <a:custGeom>
                <a:avLst/>
                <a:gdLst/>
                <a:ahLst/>
                <a:cxnLst/>
                <a:rect l="l" t="t" r="r" b="b"/>
                <a:pathLst>
                  <a:path w="39242" h="39243" extrusionOk="0">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9" name="Google Shape;1009;p31"/>
            <p:cNvGrpSpPr/>
            <p:nvPr/>
          </p:nvGrpSpPr>
          <p:grpSpPr>
            <a:xfrm>
              <a:off x="7816120" y="4892994"/>
              <a:ext cx="123062" cy="79991"/>
              <a:chOff x="7816120" y="4892994"/>
              <a:chExt cx="123062" cy="79991"/>
            </a:xfrm>
          </p:grpSpPr>
          <p:grpSp>
            <p:nvGrpSpPr>
              <p:cNvPr id="1010" name="Google Shape;1010;p31"/>
              <p:cNvGrpSpPr/>
              <p:nvPr/>
            </p:nvGrpSpPr>
            <p:grpSpPr>
              <a:xfrm>
                <a:off x="7816120" y="4902803"/>
                <a:ext cx="123062" cy="63817"/>
                <a:chOff x="7816120" y="4902803"/>
                <a:chExt cx="123062" cy="63817"/>
              </a:xfrm>
            </p:grpSpPr>
            <p:sp>
              <p:nvSpPr>
                <p:cNvPr id="1011" name="Google Shape;1011;p3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2" name="Google Shape;1012;p3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013" name="Google Shape;1013;p3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134" name="Google Shape;1134;p35"/>
          <p:cNvSpPr txBox="1">
            <a:spLocks noGrp="1"/>
          </p:cNvSpPr>
          <p:nvPr>
            <p:ph type="title"/>
          </p:nvPr>
        </p:nvSpPr>
        <p:spPr>
          <a:xfrm>
            <a:off x="0" y="14605"/>
            <a:ext cx="7703820" cy="572770"/>
          </a:xfrm>
          <a:prstGeom prst="rect">
            <a:avLst/>
          </a:prstGeom>
        </p:spPr>
        <p:txBody>
          <a:bodyPr spcFirstLastPara="1" wrap="square" lIns="91425" tIns="91425" rIns="91425" bIns="91425" anchor="t" anchorCtr="0">
            <a:noAutofit/>
          </a:body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PHẦN 3: KẾ HOẠCH KIỂM THỬ</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44A7AC6-C9E6-F395-FD4B-C9A47D1E25F7}"/>
              </a:ext>
            </a:extLst>
          </p:cNvPr>
          <p:cNvSpPr txBox="1"/>
          <p:nvPr/>
        </p:nvSpPr>
        <p:spPr>
          <a:xfrm>
            <a:off x="385751" y="593350"/>
            <a:ext cx="5712085" cy="1203856"/>
          </a:xfrm>
          <a:prstGeom prst="rect">
            <a:avLst/>
          </a:prstGeom>
          <a:noFill/>
        </p:spPr>
        <p:txBody>
          <a:bodyPr wrap="square">
            <a:spAutoFit/>
          </a:bodyPr>
          <a:lstStyle/>
          <a:p>
            <a:pPr>
              <a:lnSpc>
                <a:spcPct val="107000"/>
              </a:lnSpc>
              <a:spcAft>
                <a:spcPts val="800"/>
              </a:spcAft>
            </a:pPr>
            <a:r>
              <a:rPr lang="vi-VN" sz="1400">
                <a:effectLst/>
                <a:latin typeface="Times New Roman" panose="02020603050405020304" pitchFamily="18" charset="0"/>
                <a:ea typeface="Arial" panose="020B0604020202020204" pitchFamily="34" charset="0"/>
                <a:cs typeface="Times New Roman" panose="02020603050405020304" pitchFamily="18" charset="0"/>
              </a:rPr>
              <a:t>Phát hiện và khai thác thành công các lỗ hổng bảo mật dựa trên tiêu chuẩn OWASP Top 10 – 2021</a:t>
            </a:r>
            <a:endParaRPr lang="vi-VN" sz="120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400">
                <a:effectLst/>
                <a:latin typeface="Times New Roman" panose="02020603050405020304" pitchFamily="18" charset="0"/>
                <a:ea typeface="Arial" panose="020B0604020202020204" pitchFamily="34" charset="0"/>
                <a:cs typeface="Times New Roman" panose="02020603050405020304" pitchFamily="18" charset="0"/>
              </a:rPr>
              <a:t> Đánh giá mức độ rủi ro của các lỗ hổng tìm được đối với hệ thống.</a:t>
            </a:r>
            <a:endParaRPr lang="vi-VN" sz="120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400">
                <a:effectLst/>
                <a:latin typeface="Times New Roman" panose="02020603050405020304" pitchFamily="18" charset="0"/>
                <a:ea typeface="Arial" panose="020B0604020202020204" pitchFamily="34" charset="0"/>
                <a:cs typeface="Times New Roman" panose="02020603050405020304" pitchFamily="18" charset="0"/>
              </a:rPr>
              <a:t> Lập tài liệu báo cáo lỗi</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3FE901-4A56-2ED1-9B02-4A4E8161982E}"/>
              </a:ext>
            </a:extLst>
          </p:cNvPr>
          <p:cNvSpPr txBox="1"/>
          <p:nvPr/>
        </p:nvSpPr>
        <p:spPr>
          <a:xfrm>
            <a:off x="398860" y="1918526"/>
            <a:ext cx="4954858" cy="1306448"/>
          </a:xfrm>
          <a:prstGeom prst="rect">
            <a:avLst/>
          </a:prstGeom>
          <a:noFill/>
        </p:spPr>
        <p:txBody>
          <a:bodyPr wrap="square">
            <a:spAutoFit/>
          </a:bodyPr>
          <a:lstStyle/>
          <a:p>
            <a:pPr>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 Cài đặt môi trường Node.js và Juice Shop.</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 Phân tích yêu cầu và Thiết kế Test Case bằng Bảng quyết định.</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 Thực thi kiểm thử.</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 Tổng hợp Báo cáo lỗi và Báo cáo tóm tắt.</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grpSp>
        <p:nvGrpSpPr>
          <p:cNvPr id="970" name="Google Shape;970;p31"/>
          <p:cNvGrpSpPr/>
          <p:nvPr/>
        </p:nvGrpSpPr>
        <p:grpSpPr>
          <a:xfrm>
            <a:off x="7875610" y="386631"/>
            <a:ext cx="997823" cy="1575369"/>
            <a:chOff x="7230903" y="4040695"/>
            <a:chExt cx="708279" cy="1118235"/>
          </a:xfrm>
        </p:grpSpPr>
        <p:grpSp>
          <p:nvGrpSpPr>
            <p:cNvPr id="971" name="Google Shape;971;p31"/>
            <p:cNvGrpSpPr/>
            <p:nvPr/>
          </p:nvGrpSpPr>
          <p:grpSpPr>
            <a:xfrm>
              <a:off x="7230903" y="4040695"/>
              <a:ext cx="652843" cy="225742"/>
              <a:chOff x="7230903" y="4040695"/>
              <a:chExt cx="652843" cy="225742"/>
            </a:xfrm>
          </p:grpSpPr>
          <p:sp>
            <p:nvSpPr>
              <p:cNvPr id="972" name="Google Shape;972;p31"/>
              <p:cNvSpPr/>
              <p:nvPr/>
            </p:nvSpPr>
            <p:spPr>
              <a:xfrm>
                <a:off x="7230903" y="4040695"/>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3" name="Google Shape;973;p31"/>
              <p:cNvSpPr/>
              <p:nvPr/>
            </p:nvSpPr>
            <p:spPr>
              <a:xfrm>
                <a:off x="7287577" y="4077081"/>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74" name="Google Shape;974;p31"/>
              <p:cNvGrpSpPr/>
              <p:nvPr/>
            </p:nvGrpSpPr>
            <p:grpSpPr>
              <a:xfrm>
                <a:off x="7487126" y="4081367"/>
                <a:ext cx="332041" cy="142684"/>
                <a:chOff x="7487126" y="4081367"/>
                <a:chExt cx="332041" cy="142684"/>
              </a:xfrm>
            </p:grpSpPr>
            <p:sp>
              <p:nvSpPr>
                <p:cNvPr id="975" name="Google Shape;975;p31"/>
                <p:cNvSpPr/>
                <p:nvPr/>
              </p:nvSpPr>
              <p:spPr>
                <a:xfrm>
                  <a:off x="7487126" y="4081367"/>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6" name="Google Shape;976;p31"/>
                <p:cNvSpPr/>
                <p:nvPr/>
              </p:nvSpPr>
              <p:spPr>
                <a:xfrm>
                  <a:off x="7487126" y="4122134"/>
                  <a:ext cx="280320" cy="20383"/>
                </a:xfrm>
                <a:custGeom>
                  <a:avLst/>
                  <a:gdLst/>
                  <a:ahLst/>
                  <a:cxnLst/>
                  <a:rect l="l" t="t" r="r" b="b"/>
                  <a:pathLst>
                    <a:path w="280320" h="20383" extrusionOk="0">
                      <a:moveTo>
                        <a:pt x="0" y="0"/>
                      </a:moveTo>
                      <a:lnTo>
                        <a:pt x="280321" y="0"/>
                      </a:lnTo>
                      <a:lnTo>
                        <a:pt x="28032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7" name="Google Shape;977;p31"/>
                <p:cNvSpPr/>
                <p:nvPr/>
              </p:nvSpPr>
              <p:spPr>
                <a:xfrm>
                  <a:off x="7487126" y="4162901"/>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8" name="Google Shape;978;p31"/>
                <p:cNvSpPr/>
                <p:nvPr/>
              </p:nvSpPr>
              <p:spPr>
                <a:xfrm>
                  <a:off x="7487126" y="4203668"/>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79" name="Google Shape;979;p31"/>
            <p:cNvGrpSpPr/>
            <p:nvPr/>
          </p:nvGrpSpPr>
          <p:grpSpPr>
            <a:xfrm>
              <a:off x="7230903" y="4338161"/>
              <a:ext cx="652843" cy="225742"/>
              <a:chOff x="7230903" y="4338161"/>
              <a:chExt cx="652843" cy="225742"/>
            </a:xfrm>
          </p:grpSpPr>
          <p:sp>
            <p:nvSpPr>
              <p:cNvPr id="980" name="Google Shape;980;p31"/>
              <p:cNvSpPr/>
              <p:nvPr/>
            </p:nvSpPr>
            <p:spPr>
              <a:xfrm>
                <a:off x="7230903" y="4338161"/>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1" name="Google Shape;981;p31"/>
              <p:cNvSpPr/>
              <p:nvPr/>
            </p:nvSpPr>
            <p:spPr>
              <a:xfrm>
                <a:off x="7287577" y="4374737"/>
                <a:ext cx="151161" cy="151066"/>
              </a:xfrm>
              <a:custGeom>
                <a:avLst/>
                <a:gdLst/>
                <a:ahLst/>
                <a:cxnLst/>
                <a:rect l="l" t="t" r="r" b="b"/>
                <a:pathLst>
                  <a:path w="151161" h="151066" extrusionOk="0">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2" name="Google Shape;982;p31"/>
              <p:cNvGrpSpPr/>
              <p:nvPr/>
            </p:nvGrpSpPr>
            <p:grpSpPr>
              <a:xfrm>
                <a:off x="7487126" y="4378833"/>
                <a:ext cx="332041" cy="142684"/>
                <a:chOff x="7487126" y="4378833"/>
                <a:chExt cx="332041" cy="142684"/>
              </a:xfrm>
            </p:grpSpPr>
            <p:sp>
              <p:nvSpPr>
                <p:cNvPr id="983" name="Google Shape;983;p31"/>
                <p:cNvSpPr/>
                <p:nvPr/>
              </p:nvSpPr>
              <p:spPr>
                <a:xfrm>
                  <a:off x="7525512" y="4378833"/>
                  <a:ext cx="293655" cy="20383"/>
                </a:xfrm>
                <a:custGeom>
                  <a:avLst/>
                  <a:gdLst/>
                  <a:ahLst/>
                  <a:cxnLst/>
                  <a:rect l="l" t="t" r="r" b="b"/>
                  <a:pathLst>
                    <a:path w="293655" h="20383" extrusionOk="0">
                      <a:moveTo>
                        <a:pt x="0" y="0"/>
                      </a:moveTo>
                      <a:lnTo>
                        <a:pt x="293656" y="0"/>
                      </a:lnTo>
                      <a:lnTo>
                        <a:pt x="293656"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4" name="Google Shape;984;p31"/>
                <p:cNvSpPr/>
                <p:nvPr/>
              </p:nvSpPr>
              <p:spPr>
                <a:xfrm>
                  <a:off x="7487126" y="4419600"/>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5" name="Google Shape;985;p31"/>
                <p:cNvSpPr/>
                <p:nvPr/>
              </p:nvSpPr>
              <p:spPr>
                <a:xfrm>
                  <a:off x="7563802" y="4460367"/>
                  <a:ext cx="255365" cy="20383"/>
                </a:xfrm>
                <a:custGeom>
                  <a:avLst/>
                  <a:gdLst/>
                  <a:ahLst/>
                  <a:cxnLst/>
                  <a:rect l="l" t="t" r="r" b="b"/>
                  <a:pathLst>
                    <a:path w="255365" h="20383" extrusionOk="0">
                      <a:moveTo>
                        <a:pt x="0" y="0"/>
                      </a:moveTo>
                      <a:lnTo>
                        <a:pt x="255365" y="0"/>
                      </a:lnTo>
                      <a:lnTo>
                        <a:pt x="25536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6" name="Google Shape;986;p31"/>
                <p:cNvSpPr/>
                <p:nvPr/>
              </p:nvSpPr>
              <p:spPr>
                <a:xfrm>
                  <a:off x="7487126" y="4501134"/>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87" name="Google Shape;987;p31"/>
            <p:cNvSpPr/>
            <p:nvPr/>
          </p:nvSpPr>
          <p:spPr>
            <a:xfrm>
              <a:off x="7338250" y="4420804"/>
              <a:ext cx="50734" cy="60632"/>
            </a:xfrm>
            <a:custGeom>
              <a:avLst/>
              <a:gdLst/>
              <a:ahLst/>
              <a:cxnLst/>
              <a:rect l="l" t="t" r="r" b="b"/>
              <a:pathLst>
                <a:path w="50734" h="60632" extrusionOk="0">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8" name="Google Shape;988;p31"/>
            <p:cNvGrpSpPr/>
            <p:nvPr/>
          </p:nvGrpSpPr>
          <p:grpSpPr>
            <a:xfrm>
              <a:off x="7230903" y="4635722"/>
              <a:ext cx="652843" cy="225742"/>
              <a:chOff x="7230903" y="4635722"/>
              <a:chExt cx="652843" cy="225742"/>
            </a:xfrm>
          </p:grpSpPr>
          <p:sp>
            <p:nvSpPr>
              <p:cNvPr id="989" name="Google Shape;989;p3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0" name="Google Shape;990;p3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91" name="Google Shape;991;p31"/>
              <p:cNvGrpSpPr/>
              <p:nvPr/>
            </p:nvGrpSpPr>
            <p:grpSpPr>
              <a:xfrm>
                <a:off x="7487126" y="4676394"/>
                <a:ext cx="332041" cy="142684"/>
                <a:chOff x="7487126" y="4676394"/>
                <a:chExt cx="332041" cy="142684"/>
              </a:xfrm>
            </p:grpSpPr>
            <p:sp>
              <p:nvSpPr>
                <p:cNvPr id="992" name="Google Shape;992;p3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3" name="Google Shape;993;p3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4" name="Google Shape;994;p3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5" name="Google Shape;995;p3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96" name="Google Shape;996;p31"/>
            <p:cNvGrpSpPr/>
            <p:nvPr/>
          </p:nvGrpSpPr>
          <p:grpSpPr>
            <a:xfrm>
              <a:off x="7230903" y="4933188"/>
              <a:ext cx="652843" cy="225742"/>
              <a:chOff x="7230903" y="4933188"/>
              <a:chExt cx="652843" cy="225742"/>
            </a:xfrm>
          </p:grpSpPr>
          <p:grpSp>
            <p:nvGrpSpPr>
              <p:cNvPr id="997" name="Google Shape;997;p31"/>
              <p:cNvGrpSpPr/>
              <p:nvPr/>
            </p:nvGrpSpPr>
            <p:grpSpPr>
              <a:xfrm>
                <a:off x="7230903" y="4933188"/>
                <a:ext cx="652843" cy="225742"/>
                <a:chOff x="7230903" y="4933188"/>
                <a:chExt cx="652843" cy="225742"/>
              </a:xfrm>
            </p:grpSpPr>
            <p:sp>
              <p:nvSpPr>
                <p:cNvPr id="998" name="Google Shape;998;p3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9" name="Google Shape;999;p3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00" name="Google Shape;1000;p31"/>
                <p:cNvGrpSpPr/>
                <p:nvPr/>
              </p:nvGrpSpPr>
              <p:grpSpPr>
                <a:xfrm>
                  <a:off x="7487126" y="4973859"/>
                  <a:ext cx="332041" cy="142684"/>
                  <a:chOff x="7487126" y="4973859"/>
                  <a:chExt cx="332041" cy="142684"/>
                </a:xfrm>
              </p:grpSpPr>
              <p:sp>
                <p:nvSpPr>
                  <p:cNvPr id="1001" name="Google Shape;1001;p3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2" name="Google Shape;1002;p3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3" name="Google Shape;1003;p3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4" name="Google Shape;1004;p3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005" name="Google Shape;1005;p3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6" name="Google Shape;1006;p31"/>
            <p:cNvGrpSpPr/>
            <p:nvPr/>
          </p:nvGrpSpPr>
          <p:grpSpPr>
            <a:xfrm>
              <a:off x="7816120" y="4307395"/>
              <a:ext cx="123062" cy="63817"/>
              <a:chOff x="7816120" y="4307395"/>
              <a:chExt cx="123062" cy="63817"/>
            </a:xfrm>
          </p:grpSpPr>
          <p:sp>
            <p:nvSpPr>
              <p:cNvPr id="1007" name="Google Shape;1007;p31"/>
              <p:cNvSpPr/>
              <p:nvPr/>
            </p:nvSpPr>
            <p:spPr>
              <a:xfrm>
                <a:off x="7816120" y="4307395"/>
                <a:ext cx="123062" cy="63817"/>
              </a:xfrm>
              <a:custGeom>
                <a:avLst/>
                <a:gdLst/>
                <a:ahLst/>
                <a:cxnLst/>
                <a:rect l="l" t="t" r="r" b="b"/>
                <a:pathLst>
                  <a:path w="123062" h="63817" extrusionOk="0">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8" name="Google Shape;1008;p31"/>
              <p:cNvSpPr/>
              <p:nvPr/>
            </p:nvSpPr>
            <p:spPr>
              <a:xfrm>
                <a:off x="7858029" y="4319682"/>
                <a:ext cx="39242" cy="39243"/>
              </a:xfrm>
              <a:custGeom>
                <a:avLst/>
                <a:gdLst/>
                <a:ahLst/>
                <a:cxnLst/>
                <a:rect l="l" t="t" r="r" b="b"/>
                <a:pathLst>
                  <a:path w="39242" h="39243" extrusionOk="0">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9" name="Google Shape;1009;p31"/>
            <p:cNvGrpSpPr/>
            <p:nvPr/>
          </p:nvGrpSpPr>
          <p:grpSpPr>
            <a:xfrm>
              <a:off x="7816120" y="4892994"/>
              <a:ext cx="123062" cy="79991"/>
              <a:chOff x="7816120" y="4892994"/>
              <a:chExt cx="123062" cy="79991"/>
            </a:xfrm>
          </p:grpSpPr>
          <p:grpSp>
            <p:nvGrpSpPr>
              <p:cNvPr id="1010" name="Google Shape;1010;p31"/>
              <p:cNvGrpSpPr/>
              <p:nvPr/>
            </p:nvGrpSpPr>
            <p:grpSpPr>
              <a:xfrm>
                <a:off x="7816120" y="4902803"/>
                <a:ext cx="123062" cy="63817"/>
                <a:chOff x="7816120" y="4902803"/>
                <a:chExt cx="123062" cy="63817"/>
              </a:xfrm>
            </p:grpSpPr>
            <p:sp>
              <p:nvSpPr>
                <p:cNvPr id="1011" name="Google Shape;1011;p3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2" name="Google Shape;1012;p3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013" name="Google Shape;1013;p3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134" name="Google Shape;1134;p35"/>
          <p:cNvSpPr txBox="1">
            <a:spLocks noGrp="1"/>
          </p:cNvSpPr>
          <p:nvPr>
            <p:ph type="title"/>
          </p:nvPr>
        </p:nvSpPr>
        <p:spPr>
          <a:xfrm>
            <a:off x="-90" y="14495"/>
            <a:ext cx="7704000" cy="572700"/>
          </a:xfrm>
          <a:prstGeom prst="rect">
            <a:avLst/>
          </a:prstGeom>
        </p:spPr>
        <p:txBody>
          <a:bodyPr spcFirstLastPara="1" wrap="square" lIns="91425" tIns="91425" rIns="91425" bIns="91425" anchor="t" anchorCtr="0">
            <a:noAutofit/>
          </a:body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PHẦN 4: THIẾT KẾ CA KIỂM THỬ</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15F49BE-4869-80B9-B891-DD0511BAC611}"/>
              </a:ext>
            </a:extLst>
          </p:cNvPr>
          <p:cNvGraphicFramePr>
            <a:graphicFrameLocks noGrp="1"/>
          </p:cNvGraphicFramePr>
          <p:nvPr>
            <p:extLst>
              <p:ext uri="{D42A27DB-BD31-4B8C-83A1-F6EECF244321}">
                <p14:modId xmlns:p14="http://schemas.microsoft.com/office/powerpoint/2010/main" val="158950357"/>
              </p:ext>
            </p:extLst>
          </p:nvPr>
        </p:nvGraphicFramePr>
        <p:xfrm>
          <a:off x="848632" y="472822"/>
          <a:ext cx="6428467" cy="4000045"/>
        </p:xfrm>
        <a:graphic>
          <a:graphicData uri="http://schemas.openxmlformats.org/drawingml/2006/table">
            <a:tbl>
              <a:tblPr firstRow="1" firstCol="1" bandRow="1">
                <a:tableStyleId>{5C22544A-7EE6-4342-B048-85BDC9FD1C3A}</a:tableStyleId>
              </a:tblPr>
              <a:tblGrid>
                <a:gridCol w="729534">
                  <a:extLst>
                    <a:ext uri="{9D8B030D-6E8A-4147-A177-3AD203B41FA5}">
                      <a16:colId xmlns:a16="http://schemas.microsoft.com/office/drawing/2014/main" val="795553217"/>
                    </a:ext>
                  </a:extLst>
                </a:gridCol>
                <a:gridCol w="715504">
                  <a:extLst>
                    <a:ext uri="{9D8B030D-6E8A-4147-A177-3AD203B41FA5}">
                      <a16:colId xmlns:a16="http://schemas.microsoft.com/office/drawing/2014/main" val="975784785"/>
                    </a:ext>
                  </a:extLst>
                </a:gridCol>
                <a:gridCol w="646094">
                  <a:extLst>
                    <a:ext uri="{9D8B030D-6E8A-4147-A177-3AD203B41FA5}">
                      <a16:colId xmlns:a16="http://schemas.microsoft.com/office/drawing/2014/main" val="3901263593"/>
                    </a:ext>
                  </a:extLst>
                </a:gridCol>
                <a:gridCol w="762762">
                  <a:extLst>
                    <a:ext uri="{9D8B030D-6E8A-4147-A177-3AD203B41FA5}">
                      <a16:colId xmlns:a16="http://schemas.microsoft.com/office/drawing/2014/main" val="3867406162"/>
                    </a:ext>
                  </a:extLst>
                </a:gridCol>
                <a:gridCol w="925209">
                  <a:extLst>
                    <a:ext uri="{9D8B030D-6E8A-4147-A177-3AD203B41FA5}">
                      <a16:colId xmlns:a16="http://schemas.microsoft.com/office/drawing/2014/main" val="780890383"/>
                    </a:ext>
                  </a:extLst>
                </a:gridCol>
                <a:gridCol w="706644">
                  <a:extLst>
                    <a:ext uri="{9D8B030D-6E8A-4147-A177-3AD203B41FA5}">
                      <a16:colId xmlns:a16="http://schemas.microsoft.com/office/drawing/2014/main" val="1603090165"/>
                    </a:ext>
                  </a:extLst>
                </a:gridCol>
                <a:gridCol w="906014">
                  <a:extLst>
                    <a:ext uri="{9D8B030D-6E8A-4147-A177-3AD203B41FA5}">
                      <a16:colId xmlns:a16="http://schemas.microsoft.com/office/drawing/2014/main" val="2236019880"/>
                    </a:ext>
                  </a:extLst>
                </a:gridCol>
                <a:gridCol w="633544">
                  <a:extLst>
                    <a:ext uri="{9D8B030D-6E8A-4147-A177-3AD203B41FA5}">
                      <a16:colId xmlns:a16="http://schemas.microsoft.com/office/drawing/2014/main" val="233505249"/>
                    </a:ext>
                  </a:extLst>
                </a:gridCol>
                <a:gridCol w="403162">
                  <a:extLst>
                    <a:ext uri="{9D8B030D-6E8A-4147-A177-3AD203B41FA5}">
                      <a16:colId xmlns:a16="http://schemas.microsoft.com/office/drawing/2014/main" val="3857259231"/>
                    </a:ext>
                  </a:extLst>
                </a:gridCol>
              </a:tblGrid>
              <a:tr h="430767">
                <a:tc>
                  <a:txBody>
                    <a:bodyPr/>
                    <a:lstStyle/>
                    <a:p>
                      <a:pPr>
                        <a:lnSpc>
                          <a:spcPct val="107000"/>
                        </a:lnSpc>
                        <a:spcAft>
                          <a:spcPts val="800"/>
                        </a:spcAft>
                      </a:pPr>
                      <a:r>
                        <a:rPr lang="vi-VN" sz="500">
                          <a:effectLst/>
                        </a:rPr>
                        <a:t>TC ID</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Tên TC</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Module</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Điều kiện tiên quyết</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Bước thực hiện</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Dữ liệu đầu vào</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Kết quả mong đợi</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Kết quả thực tế</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Trạng thái</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extLst>
                  <a:ext uri="{0D108BD9-81ED-4DB2-BD59-A6C34878D82A}">
                    <a16:rowId xmlns:a16="http://schemas.microsoft.com/office/drawing/2014/main" val="1916537867"/>
                  </a:ext>
                </a:extLst>
              </a:tr>
              <a:tr h="1653619">
                <a:tc>
                  <a:txBody>
                    <a:bodyPr/>
                    <a:lstStyle/>
                    <a:p>
                      <a:pPr marR="194310">
                        <a:lnSpc>
                          <a:spcPct val="107000"/>
                        </a:lnSpc>
                        <a:spcAft>
                          <a:spcPts val="800"/>
                        </a:spcAft>
                      </a:pPr>
                      <a:r>
                        <a:rPr lang="vi-VN" sz="500">
                          <a:effectLst/>
                        </a:rPr>
                        <a:t>TC_01</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Kiểm tra quyền truy cập vào trang Bảng điểm</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Phân quyền</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Ứng dụng đang chạy trên localhost.</a:t>
                      </a:r>
                      <a:endParaRPr lang="vi-VN" sz="400">
                        <a:effectLst/>
                      </a:endParaRPr>
                    </a:p>
                    <a:p>
                      <a:pPr>
                        <a:lnSpc>
                          <a:spcPct val="107000"/>
                        </a:lnSpc>
                        <a:spcAft>
                          <a:spcPts val="800"/>
                        </a:spcAft>
                      </a:pPr>
                      <a:r>
                        <a:rPr lang="vi-VN" sz="500">
                          <a:effectLst/>
                        </a:rPr>
                        <a:t>Người dùng chưa đăng nhập</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1. Mở trình duyệt web.</a:t>
                      </a:r>
                      <a:endParaRPr lang="vi-VN" sz="400">
                        <a:effectLst/>
                      </a:endParaRPr>
                    </a:p>
                    <a:p>
                      <a:pPr>
                        <a:lnSpc>
                          <a:spcPct val="107000"/>
                        </a:lnSpc>
                        <a:spcAft>
                          <a:spcPts val="800"/>
                        </a:spcAft>
                      </a:pPr>
                      <a:r>
                        <a:rPr lang="vi-VN" sz="500">
                          <a:effectLst/>
                        </a:rPr>
                        <a:t>2. Thay đổi URL trên thanh địa chỉ thành đường dẫn ẩn của bảng điểm.</a:t>
                      </a:r>
                      <a:endParaRPr lang="vi-VN" sz="400">
                        <a:effectLst/>
                      </a:endParaRPr>
                    </a:p>
                    <a:p>
                      <a:pPr>
                        <a:lnSpc>
                          <a:spcPct val="107000"/>
                        </a:lnSpc>
                        <a:spcAft>
                          <a:spcPts val="800"/>
                        </a:spcAft>
                      </a:pPr>
                      <a:r>
                        <a:rPr lang="vi-VN" sz="500">
                          <a:effectLst/>
                        </a:rPr>
                        <a:t>3. Nhấn phím Enter.</a:t>
                      </a:r>
                      <a:endParaRPr lang="vi-VN" sz="400">
                        <a:effectLst/>
                      </a:endParaRPr>
                    </a:p>
                    <a:p>
                      <a:pPr>
                        <a:lnSpc>
                          <a:spcPct val="107000"/>
                        </a:lnSpc>
                        <a:spcAft>
                          <a:spcPts val="800"/>
                        </a:spcAft>
                      </a:pPr>
                      <a:r>
                        <a:rPr lang="vi-VN" sz="500">
                          <a:effectLst/>
                        </a:rPr>
                        <a:t> </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Đường dẫn URL: /#/score-board</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Hệ thống chặn truy cập, báo lỗi 403 (Forbidden) hoặc tự động chuyển hướng về trang Đăng nhập</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Hệ thống cho phép truy cập trực tiếp, hiển thị toàn bộ danh sách tiến độ các thử thách.</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Fail</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extLst>
                  <a:ext uri="{0D108BD9-81ED-4DB2-BD59-A6C34878D82A}">
                    <a16:rowId xmlns:a16="http://schemas.microsoft.com/office/drawing/2014/main" val="3813675198"/>
                  </a:ext>
                </a:extLst>
              </a:tr>
              <a:tr h="1915659">
                <a:tc>
                  <a:txBody>
                    <a:bodyPr/>
                    <a:lstStyle/>
                    <a:p>
                      <a:pPr>
                        <a:lnSpc>
                          <a:spcPct val="107000"/>
                        </a:lnSpc>
                        <a:spcAft>
                          <a:spcPts val="800"/>
                        </a:spcAft>
                      </a:pPr>
                      <a:r>
                        <a:rPr lang="vi-VN" sz="500">
                          <a:effectLst/>
                        </a:rPr>
                        <a:t>TC_SEC_02</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Kiểm tra lỗ hổng SQL Injection tại chức năng Đăng nhập</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Xác thực</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Ứng dụng đang chạy trên localhost.</a:t>
                      </a:r>
                      <a:endParaRPr lang="vi-VN" sz="400">
                        <a:effectLst/>
                      </a:endParaRPr>
                    </a:p>
                    <a:p>
                      <a:pPr>
                        <a:lnSpc>
                          <a:spcPct val="107000"/>
                        </a:lnSpc>
                        <a:spcAft>
                          <a:spcPts val="800"/>
                        </a:spcAft>
                      </a:pPr>
                      <a:r>
                        <a:rPr lang="vi-VN" sz="500">
                          <a:effectLst/>
                        </a:rPr>
                        <a:t>Đang ở màn hình Đăng nhập</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1. Click vào ô "Email".</a:t>
                      </a:r>
                      <a:endParaRPr lang="vi-VN" sz="400">
                        <a:effectLst/>
                      </a:endParaRPr>
                    </a:p>
                    <a:p>
                      <a:pPr>
                        <a:lnSpc>
                          <a:spcPct val="107000"/>
                        </a:lnSpc>
                        <a:spcAft>
                          <a:spcPts val="800"/>
                        </a:spcAft>
                      </a:pPr>
                      <a:r>
                        <a:rPr lang="vi-VN" sz="500">
                          <a:effectLst/>
                        </a:rPr>
                        <a:t>2. Nhập đoạn mã SQL độc hại.</a:t>
                      </a:r>
                      <a:endParaRPr lang="vi-VN" sz="400">
                        <a:effectLst/>
                      </a:endParaRPr>
                    </a:p>
                    <a:p>
                      <a:pPr>
                        <a:lnSpc>
                          <a:spcPct val="107000"/>
                        </a:lnSpc>
                        <a:spcAft>
                          <a:spcPts val="800"/>
                        </a:spcAft>
                      </a:pPr>
                      <a:r>
                        <a:rPr lang="vi-VN" sz="500">
                          <a:effectLst/>
                        </a:rPr>
                        <a:t>3. Nhập mật khẩu bất kỳ vào ô "Password".</a:t>
                      </a:r>
                      <a:endParaRPr lang="vi-VN" sz="400">
                        <a:effectLst/>
                      </a:endParaRPr>
                    </a:p>
                    <a:p>
                      <a:pPr>
                        <a:lnSpc>
                          <a:spcPct val="107000"/>
                        </a:lnSpc>
                        <a:spcAft>
                          <a:spcPts val="800"/>
                        </a:spcAft>
                      </a:pPr>
                      <a:r>
                        <a:rPr lang="vi-VN" sz="500">
                          <a:effectLst/>
                        </a:rPr>
                        <a:t>4. Nhấn nút "Log in".</a:t>
                      </a:r>
                      <a:endParaRPr lang="vi-VN" sz="400">
                        <a:effectLst/>
                      </a:endParaRPr>
                    </a:p>
                    <a:p>
                      <a:pPr>
                        <a:lnSpc>
                          <a:spcPct val="107000"/>
                        </a:lnSpc>
                        <a:spcAft>
                          <a:spcPts val="800"/>
                        </a:spcAft>
                      </a:pPr>
                      <a:r>
                        <a:rPr lang="vi-VN" sz="500">
                          <a:effectLst/>
                        </a:rPr>
                        <a:t> </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Email: ' OR 1=1 –</a:t>
                      </a:r>
                      <a:endParaRPr lang="vi-VN" sz="400">
                        <a:effectLst/>
                      </a:endParaRPr>
                    </a:p>
                    <a:p>
                      <a:pPr>
                        <a:lnSpc>
                          <a:spcPct val="107000"/>
                        </a:lnSpc>
                        <a:spcAft>
                          <a:spcPts val="800"/>
                        </a:spcAft>
                      </a:pPr>
                      <a:r>
                        <a:rPr lang="vi-VN" sz="500">
                          <a:effectLst/>
                        </a:rPr>
                        <a:t>Pass: 123456</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Hệ thống nhận diện đây là chuỗi không hợp lệ, từ chối đăng nhập và báo "Email hoặc mật khẩu sai".</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a:effectLst/>
                        </a:rPr>
                        <a:t>Hệ thống bị đánh lừa, bỏ qua bước kiểm tra mật khẩu và cho đăng nhập thẳng vào tài khoản Admin.</a:t>
                      </a:r>
                      <a:endParaRPr lang="vi-VN" sz="40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tc>
                  <a:txBody>
                    <a:bodyPr/>
                    <a:lstStyle/>
                    <a:p>
                      <a:pPr>
                        <a:lnSpc>
                          <a:spcPct val="107000"/>
                        </a:lnSpc>
                        <a:spcAft>
                          <a:spcPts val="800"/>
                        </a:spcAft>
                      </a:pPr>
                      <a:r>
                        <a:rPr lang="vi-VN" sz="500" dirty="0">
                          <a:effectLst/>
                        </a:rPr>
                        <a:t>Fail</a:t>
                      </a:r>
                      <a:endParaRPr lang="vi-VN" sz="400" dirty="0">
                        <a:effectLst/>
                        <a:latin typeface="Arial" panose="020B0604020202020204" pitchFamily="34" charset="0"/>
                        <a:ea typeface="Arial" panose="020B0604020202020204" pitchFamily="34" charset="0"/>
                        <a:cs typeface="Times New Roman" panose="02020603050405020304" pitchFamily="18" charset="0"/>
                      </a:endParaRPr>
                    </a:p>
                  </a:txBody>
                  <a:tcPr marL="24137" marR="24137" marT="0" marB="0"/>
                </a:tc>
                <a:extLst>
                  <a:ext uri="{0D108BD9-81ED-4DB2-BD59-A6C34878D82A}">
                    <a16:rowId xmlns:a16="http://schemas.microsoft.com/office/drawing/2014/main" val="4185915677"/>
                  </a:ext>
                </a:extLst>
              </a:tr>
            </a:tbl>
          </a:graphicData>
        </a:graphic>
      </p:graphicFrame>
      <p:sp>
        <p:nvSpPr>
          <p:cNvPr id="3" name="Rectangle 1">
            <a:extLst>
              <a:ext uri="{FF2B5EF4-FFF2-40B4-BE49-F238E27FC236}">
                <a16:creationId xmlns:a16="http://schemas.microsoft.com/office/drawing/2014/main" id="{94B34BCC-AE5D-36E6-EF77-5FCB81127F80}"/>
              </a:ext>
            </a:extLst>
          </p:cNvPr>
          <p:cNvSpPr>
            <a:spLocks noChangeArrowheads="1"/>
          </p:cNvSpPr>
          <p:nvPr/>
        </p:nvSpPr>
        <p:spPr bwMode="auto">
          <a:xfrm>
            <a:off x="-6405169" y="472823"/>
            <a:ext cx="3021167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vi-VN"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grpSp>
        <p:nvGrpSpPr>
          <p:cNvPr id="970" name="Google Shape;970;p31"/>
          <p:cNvGrpSpPr/>
          <p:nvPr/>
        </p:nvGrpSpPr>
        <p:grpSpPr>
          <a:xfrm>
            <a:off x="7875610" y="386631"/>
            <a:ext cx="997823" cy="1575369"/>
            <a:chOff x="7230903" y="4040695"/>
            <a:chExt cx="708279" cy="1118235"/>
          </a:xfrm>
        </p:grpSpPr>
        <p:grpSp>
          <p:nvGrpSpPr>
            <p:cNvPr id="971" name="Google Shape;971;p31"/>
            <p:cNvGrpSpPr/>
            <p:nvPr/>
          </p:nvGrpSpPr>
          <p:grpSpPr>
            <a:xfrm>
              <a:off x="7230903" y="4040695"/>
              <a:ext cx="652843" cy="225742"/>
              <a:chOff x="7230903" y="4040695"/>
              <a:chExt cx="652843" cy="225742"/>
            </a:xfrm>
          </p:grpSpPr>
          <p:sp>
            <p:nvSpPr>
              <p:cNvPr id="972" name="Google Shape;972;p31"/>
              <p:cNvSpPr/>
              <p:nvPr/>
            </p:nvSpPr>
            <p:spPr>
              <a:xfrm>
                <a:off x="7230903" y="4040695"/>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3" name="Google Shape;973;p31"/>
              <p:cNvSpPr/>
              <p:nvPr/>
            </p:nvSpPr>
            <p:spPr>
              <a:xfrm>
                <a:off x="7287577" y="4077081"/>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74" name="Google Shape;974;p31"/>
              <p:cNvGrpSpPr/>
              <p:nvPr/>
            </p:nvGrpSpPr>
            <p:grpSpPr>
              <a:xfrm>
                <a:off x="7487126" y="4081367"/>
                <a:ext cx="332041" cy="142684"/>
                <a:chOff x="7487126" y="4081367"/>
                <a:chExt cx="332041" cy="142684"/>
              </a:xfrm>
            </p:grpSpPr>
            <p:sp>
              <p:nvSpPr>
                <p:cNvPr id="975" name="Google Shape;975;p31"/>
                <p:cNvSpPr/>
                <p:nvPr/>
              </p:nvSpPr>
              <p:spPr>
                <a:xfrm>
                  <a:off x="7487126" y="4081367"/>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6" name="Google Shape;976;p31"/>
                <p:cNvSpPr/>
                <p:nvPr/>
              </p:nvSpPr>
              <p:spPr>
                <a:xfrm>
                  <a:off x="7487126" y="4122134"/>
                  <a:ext cx="280320" cy="20383"/>
                </a:xfrm>
                <a:custGeom>
                  <a:avLst/>
                  <a:gdLst/>
                  <a:ahLst/>
                  <a:cxnLst/>
                  <a:rect l="l" t="t" r="r" b="b"/>
                  <a:pathLst>
                    <a:path w="280320" h="20383" extrusionOk="0">
                      <a:moveTo>
                        <a:pt x="0" y="0"/>
                      </a:moveTo>
                      <a:lnTo>
                        <a:pt x="280321" y="0"/>
                      </a:lnTo>
                      <a:lnTo>
                        <a:pt x="28032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7" name="Google Shape;977;p31"/>
                <p:cNvSpPr/>
                <p:nvPr/>
              </p:nvSpPr>
              <p:spPr>
                <a:xfrm>
                  <a:off x="7487126" y="4162901"/>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8" name="Google Shape;978;p31"/>
                <p:cNvSpPr/>
                <p:nvPr/>
              </p:nvSpPr>
              <p:spPr>
                <a:xfrm>
                  <a:off x="7487126" y="4203668"/>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79" name="Google Shape;979;p31"/>
            <p:cNvGrpSpPr/>
            <p:nvPr/>
          </p:nvGrpSpPr>
          <p:grpSpPr>
            <a:xfrm>
              <a:off x="7230903" y="4338161"/>
              <a:ext cx="652843" cy="225742"/>
              <a:chOff x="7230903" y="4338161"/>
              <a:chExt cx="652843" cy="225742"/>
            </a:xfrm>
          </p:grpSpPr>
          <p:sp>
            <p:nvSpPr>
              <p:cNvPr id="980" name="Google Shape;980;p31"/>
              <p:cNvSpPr/>
              <p:nvPr/>
            </p:nvSpPr>
            <p:spPr>
              <a:xfrm>
                <a:off x="7230903" y="4338161"/>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1" name="Google Shape;981;p31"/>
              <p:cNvSpPr/>
              <p:nvPr/>
            </p:nvSpPr>
            <p:spPr>
              <a:xfrm>
                <a:off x="7287577" y="4374737"/>
                <a:ext cx="151161" cy="151066"/>
              </a:xfrm>
              <a:custGeom>
                <a:avLst/>
                <a:gdLst/>
                <a:ahLst/>
                <a:cxnLst/>
                <a:rect l="l" t="t" r="r" b="b"/>
                <a:pathLst>
                  <a:path w="151161" h="151066" extrusionOk="0">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2" name="Google Shape;982;p31"/>
              <p:cNvGrpSpPr/>
              <p:nvPr/>
            </p:nvGrpSpPr>
            <p:grpSpPr>
              <a:xfrm>
                <a:off x="7487126" y="4378833"/>
                <a:ext cx="332041" cy="142684"/>
                <a:chOff x="7487126" y="4378833"/>
                <a:chExt cx="332041" cy="142684"/>
              </a:xfrm>
            </p:grpSpPr>
            <p:sp>
              <p:nvSpPr>
                <p:cNvPr id="983" name="Google Shape;983;p31"/>
                <p:cNvSpPr/>
                <p:nvPr/>
              </p:nvSpPr>
              <p:spPr>
                <a:xfrm>
                  <a:off x="7525512" y="4378833"/>
                  <a:ext cx="293655" cy="20383"/>
                </a:xfrm>
                <a:custGeom>
                  <a:avLst/>
                  <a:gdLst/>
                  <a:ahLst/>
                  <a:cxnLst/>
                  <a:rect l="l" t="t" r="r" b="b"/>
                  <a:pathLst>
                    <a:path w="293655" h="20383" extrusionOk="0">
                      <a:moveTo>
                        <a:pt x="0" y="0"/>
                      </a:moveTo>
                      <a:lnTo>
                        <a:pt x="293656" y="0"/>
                      </a:lnTo>
                      <a:lnTo>
                        <a:pt x="293656"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4" name="Google Shape;984;p31"/>
                <p:cNvSpPr/>
                <p:nvPr/>
              </p:nvSpPr>
              <p:spPr>
                <a:xfrm>
                  <a:off x="7487126" y="4419600"/>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5" name="Google Shape;985;p31"/>
                <p:cNvSpPr/>
                <p:nvPr/>
              </p:nvSpPr>
              <p:spPr>
                <a:xfrm>
                  <a:off x="7563802" y="4460367"/>
                  <a:ext cx="255365" cy="20383"/>
                </a:xfrm>
                <a:custGeom>
                  <a:avLst/>
                  <a:gdLst/>
                  <a:ahLst/>
                  <a:cxnLst/>
                  <a:rect l="l" t="t" r="r" b="b"/>
                  <a:pathLst>
                    <a:path w="255365" h="20383" extrusionOk="0">
                      <a:moveTo>
                        <a:pt x="0" y="0"/>
                      </a:moveTo>
                      <a:lnTo>
                        <a:pt x="255365" y="0"/>
                      </a:lnTo>
                      <a:lnTo>
                        <a:pt x="25536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6" name="Google Shape;986;p31"/>
                <p:cNvSpPr/>
                <p:nvPr/>
              </p:nvSpPr>
              <p:spPr>
                <a:xfrm>
                  <a:off x="7487126" y="4501134"/>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987" name="Google Shape;987;p31"/>
            <p:cNvSpPr/>
            <p:nvPr/>
          </p:nvSpPr>
          <p:spPr>
            <a:xfrm>
              <a:off x="7338250" y="4420804"/>
              <a:ext cx="50734" cy="60632"/>
            </a:xfrm>
            <a:custGeom>
              <a:avLst/>
              <a:gdLst/>
              <a:ahLst/>
              <a:cxnLst/>
              <a:rect l="l" t="t" r="r" b="b"/>
              <a:pathLst>
                <a:path w="50734" h="60632" extrusionOk="0">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88" name="Google Shape;988;p31"/>
            <p:cNvGrpSpPr/>
            <p:nvPr/>
          </p:nvGrpSpPr>
          <p:grpSpPr>
            <a:xfrm>
              <a:off x="7230903" y="4635722"/>
              <a:ext cx="652843" cy="225742"/>
              <a:chOff x="7230903" y="4635722"/>
              <a:chExt cx="652843" cy="225742"/>
            </a:xfrm>
          </p:grpSpPr>
          <p:sp>
            <p:nvSpPr>
              <p:cNvPr id="989" name="Google Shape;989;p3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0" name="Google Shape;990;p3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991" name="Google Shape;991;p31"/>
              <p:cNvGrpSpPr/>
              <p:nvPr/>
            </p:nvGrpSpPr>
            <p:grpSpPr>
              <a:xfrm>
                <a:off x="7487126" y="4676394"/>
                <a:ext cx="332041" cy="142684"/>
                <a:chOff x="7487126" y="4676394"/>
                <a:chExt cx="332041" cy="142684"/>
              </a:xfrm>
            </p:grpSpPr>
            <p:sp>
              <p:nvSpPr>
                <p:cNvPr id="992" name="Google Shape;992;p3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3" name="Google Shape;993;p3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4" name="Google Shape;994;p3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5" name="Google Shape;995;p3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996" name="Google Shape;996;p31"/>
            <p:cNvGrpSpPr/>
            <p:nvPr/>
          </p:nvGrpSpPr>
          <p:grpSpPr>
            <a:xfrm>
              <a:off x="7230903" y="4933188"/>
              <a:ext cx="652843" cy="225742"/>
              <a:chOff x="7230903" y="4933188"/>
              <a:chExt cx="652843" cy="225742"/>
            </a:xfrm>
          </p:grpSpPr>
          <p:grpSp>
            <p:nvGrpSpPr>
              <p:cNvPr id="997" name="Google Shape;997;p31"/>
              <p:cNvGrpSpPr/>
              <p:nvPr/>
            </p:nvGrpSpPr>
            <p:grpSpPr>
              <a:xfrm>
                <a:off x="7230903" y="4933188"/>
                <a:ext cx="652843" cy="225742"/>
                <a:chOff x="7230903" y="4933188"/>
                <a:chExt cx="652843" cy="225742"/>
              </a:xfrm>
            </p:grpSpPr>
            <p:sp>
              <p:nvSpPr>
                <p:cNvPr id="998" name="Google Shape;998;p3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9" name="Google Shape;999;p3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000" name="Google Shape;1000;p31"/>
                <p:cNvGrpSpPr/>
                <p:nvPr/>
              </p:nvGrpSpPr>
              <p:grpSpPr>
                <a:xfrm>
                  <a:off x="7487126" y="4973859"/>
                  <a:ext cx="332041" cy="142684"/>
                  <a:chOff x="7487126" y="4973859"/>
                  <a:chExt cx="332041" cy="142684"/>
                </a:xfrm>
              </p:grpSpPr>
              <p:sp>
                <p:nvSpPr>
                  <p:cNvPr id="1001" name="Google Shape;1001;p3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2" name="Google Shape;1002;p3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3" name="Google Shape;1003;p3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4" name="Google Shape;1004;p3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005" name="Google Shape;1005;p3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6" name="Google Shape;1006;p31"/>
            <p:cNvGrpSpPr/>
            <p:nvPr/>
          </p:nvGrpSpPr>
          <p:grpSpPr>
            <a:xfrm>
              <a:off x="7816120" y="4307395"/>
              <a:ext cx="123062" cy="63817"/>
              <a:chOff x="7816120" y="4307395"/>
              <a:chExt cx="123062" cy="63817"/>
            </a:xfrm>
          </p:grpSpPr>
          <p:sp>
            <p:nvSpPr>
              <p:cNvPr id="1007" name="Google Shape;1007;p31"/>
              <p:cNvSpPr/>
              <p:nvPr/>
            </p:nvSpPr>
            <p:spPr>
              <a:xfrm>
                <a:off x="7816120" y="4307395"/>
                <a:ext cx="123062" cy="63817"/>
              </a:xfrm>
              <a:custGeom>
                <a:avLst/>
                <a:gdLst/>
                <a:ahLst/>
                <a:cxnLst/>
                <a:rect l="l" t="t" r="r" b="b"/>
                <a:pathLst>
                  <a:path w="123062" h="63817" extrusionOk="0">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8" name="Google Shape;1008;p31"/>
              <p:cNvSpPr/>
              <p:nvPr/>
            </p:nvSpPr>
            <p:spPr>
              <a:xfrm>
                <a:off x="7858029" y="4319682"/>
                <a:ext cx="39242" cy="39243"/>
              </a:xfrm>
              <a:custGeom>
                <a:avLst/>
                <a:gdLst/>
                <a:ahLst/>
                <a:cxnLst/>
                <a:rect l="l" t="t" r="r" b="b"/>
                <a:pathLst>
                  <a:path w="39242" h="39243" extrusionOk="0">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009" name="Google Shape;1009;p31"/>
            <p:cNvGrpSpPr/>
            <p:nvPr/>
          </p:nvGrpSpPr>
          <p:grpSpPr>
            <a:xfrm>
              <a:off x="7816120" y="4892994"/>
              <a:ext cx="123062" cy="79991"/>
              <a:chOff x="7816120" y="4892994"/>
              <a:chExt cx="123062" cy="79991"/>
            </a:xfrm>
          </p:grpSpPr>
          <p:grpSp>
            <p:nvGrpSpPr>
              <p:cNvPr id="1010" name="Google Shape;1010;p31"/>
              <p:cNvGrpSpPr/>
              <p:nvPr/>
            </p:nvGrpSpPr>
            <p:grpSpPr>
              <a:xfrm>
                <a:off x="7816120" y="4902803"/>
                <a:ext cx="123062" cy="63817"/>
                <a:chOff x="7816120" y="4902803"/>
                <a:chExt cx="123062" cy="63817"/>
              </a:xfrm>
            </p:grpSpPr>
            <p:sp>
              <p:nvSpPr>
                <p:cNvPr id="1011" name="Google Shape;1011;p3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2" name="Google Shape;1012;p3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013" name="Google Shape;1013;p3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2" name="Subtitle 1"/>
          <p:cNvSpPr>
            <a:spLocks noGrp="1"/>
          </p:cNvSpPr>
          <p:nvPr>
            <p:ph type="subTitle" idx="1"/>
          </p:nvPr>
        </p:nvSpPr>
        <p:spPr>
          <a:xfrm>
            <a:off x="323850" y="704850"/>
            <a:ext cx="7312660" cy="3068320"/>
          </a:xfrm>
        </p:spPr>
        <p:txBody>
          <a:bodyPr/>
          <a:lstStyle/>
          <a:p>
            <a:pPr>
              <a:lnSpc>
                <a:spcPct val="107000"/>
              </a:lnSpc>
              <a:spcAft>
                <a:spcPts val="800"/>
              </a:spcAft>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từ giao diện người dùng cuối, không đi sâu vào việc kiểm tra luồng dữ liệu giữa các API nội bộ hay module code cụ thể.</a:t>
            </a:r>
            <a:endParaRPr lang="en-US" sz="1800" dirty="0">
              <a:effectLst/>
              <a:latin typeface="Times New Roman" panose="02020603050405020304" pitchFamily="18" charset="0"/>
              <a:ea typeface="Arial" panose="020B0604020202020204" pitchFamily="34" charset="0"/>
              <a:cs typeface="Times New Roman" panose="02020603050405020304" pitchFamily="18" charset="0"/>
            </a:endParaRPr>
          </a:p>
          <a:p>
            <a:pPr>
              <a:lnSpc>
                <a:spcPct val="107000"/>
              </a:lnSpc>
              <a:spcAft>
                <a:spcPts val="800"/>
              </a:spcAft>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 Mục tiêu dự án là tìm lỗ hổng logic/bảo mật, không đánh giá sức chịu tải (Load/Stress Testing) hay tốc độ phản hồi của server.</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Chạy các Test Case đã thiết kế ở Phần 4 nhằm khai thác lỗ hổng hệ thống. Các kỹ thuật đã thực thi bao gồm:</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 SQL Injection (A03): Đẩy mã độc ' OR 1=1 -- vào trường Email để thao túng cơ sở dữ liệu, vượt qua bước xác thực Mật khẩu, chiếm quyền Admin thành công.</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 Broken Access Control (A01): Thao túng trực tiếp URL trên trình duyệt để truy cập trái phép vào trang Bảng điểm (Score Board) ẩn mà không cần xác thực danh tính.</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3" name="Title 1"/>
          <p:cNvSpPr>
            <a:spLocks noGrp="1"/>
          </p:cNvSpPr>
          <p:nvPr/>
        </p:nvSpPr>
        <p:spPr>
          <a:xfrm>
            <a:off x="0" y="-3149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PHẦN 5: THỰC THI KIỂM THỬ</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5560" y="51435"/>
            <a:ext cx="4572000" cy="368434"/>
          </a:xfrm>
          <a:prstGeom prst="rect">
            <a:avLst/>
          </a:prstGeom>
          <a:noFill/>
        </p:spPr>
        <p:txBody>
          <a:bodyPr wrap="square" rtlCol="0" anchor="t">
            <a:spAutoFit/>
          </a:bodyPr>
          <a:lstStyle/>
          <a:p>
            <a:pPr>
              <a:lnSpc>
                <a:spcPct val="107000"/>
              </a:lnSpc>
              <a:spcAft>
                <a:spcPts val="800"/>
              </a:spcAft>
            </a:pPr>
            <a:r>
              <a:rPr lang="vi-VN" sz="1800" b="1" dirty="0">
                <a:effectLst/>
                <a:latin typeface="Times New Roman" panose="02020603050405020304" pitchFamily="18" charset="0"/>
                <a:ea typeface="Arial" panose="020B0604020202020204" pitchFamily="34" charset="0"/>
                <a:cs typeface="Times New Roman" panose="02020603050405020304" pitchFamily="18" charset="0"/>
              </a:rPr>
              <a:t>BÁO CÁO LỖI</a:t>
            </a:r>
            <a:endParaRPr lang="vi-VN" sz="1800" dirty="0">
              <a:effectLst/>
              <a:latin typeface="Arial" panose="020B0604020202020204" pitchFamily="34" charset="0"/>
              <a:ea typeface="Arial" panose="020B06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46E81D5-AD6F-8064-C779-63A7CB557F62}"/>
              </a:ext>
            </a:extLst>
          </p:cNvPr>
          <p:cNvSpPr txBox="1"/>
          <p:nvPr/>
        </p:nvSpPr>
        <p:spPr>
          <a:xfrm>
            <a:off x="299224" y="419869"/>
            <a:ext cx="5885986" cy="1434367"/>
          </a:xfrm>
          <a:prstGeom prst="rect">
            <a:avLst/>
          </a:prstGeom>
          <a:noFill/>
        </p:spPr>
        <p:txBody>
          <a:bodyPr wrap="square">
            <a:spAutoFit/>
          </a:bodyPr>
          <a:lstStyle/>
          <a:p>
            <a:pPr>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Trong quá trình kiểm thử bảo mật trên ứng dụng OWASP Juice Shop, đã phát hiện tổng cộng 02 lỗi bảo mật (bug) thuộc tiêu chuẩn OWASP Top 10 - 2021:</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a:p>
            <a:pPr marL="457200">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Lỗ hổng SQL Injection (Nhóm A03: Injection) tại chức năng Đăng nhập.</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a:p>
            <a:pPr marL="457200">
              <a:lnSpc>
                <a:spcPct val="107000"/>
              </a:lnSpc>
              <a:spcAft>
                <a:spcPts val="800"/>
              </a:spcAft>
            </a:pPr>
            <a:r>
              <a:rPr lang="vi-VN" sz="1400" dirty="0">
                <a:effectLst/>
                <a:latin typeface="Times New Roman" panose="02020603050405020304" pitchFamily="18" charset="0"/>
                <a:ea typeface="Arial" panose="020B0604020202020204" pitchFamily="34" charset="0"/>
                <a:cs typeface="Times New Roman" panose="02020603050405020304" pitchFamily="18" charset="0"/>
              </a:rPr>
              <a:t>Lỗ hổng Broken Access Control (Nhóm A01: Broken Access Control) tại chức năng Bảng điểm (Score Board).</a:t>
            </a:r>
            <a:endParaRPr lang="vi-VN" sz="1200" dirty="0">
              <a:effectLst/>
              <a:latin typeface="Arial" panose="020B0604020202020204" pitchFamily="34" charset="0"/>
              <a:ea typeface="Arial" panose="020B06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9F5116B4-4952-DF5A-A4EC-2EC0825CB1FD}"/>
              </a:ext>
            </a:extLst>
          </p:cNvPr>
          <p:cNvPicPr>
            <a:picLocks noChangeAspect="1"/>
          </p:cNvPicPr>
          <p:nvPr/>
        </p:nvPicPr>
        <p:blipFill>
          <a:blip r:embed="rId2"/>
          <a:stretch>
            <a:fillRect/>
          </a:stretch>
        </p:blipFill>
        <p:spPr>
          <a:xfrm>
            <a:off x="495841" y="2143922"/>
            <a:ext cx="7230484" cy="19338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1"/>
          <p:cNvSpPr txBox="1"/>
          <p:nvPr/>
        </p:nvSpPr>
        <p:spPr>
          <a:xfrm>
            <a:off x="539750" y="123190"/>
            <a:ext cx="4572000" cy="475615"/>
          </a:xfrm>
          <a:prstGeom prst="rect">
            <a:avLst/>
          </a:prstGeom>
          <a:noFill/>
        </p:spPr>
        <p:txBody>
          <a:bodyPr wrap="square" rtlCol="0" anchor="t">
            <a:spAutoFit/>
          </a:bodyPr>
          <a:lstStyle/>
          <a:p>
            <a:r>
              <a:rPr lang="vi-VN" altLang="en-US" sz="2500" dirty="0">
                <a:latin typeface="Times New Roman" panose="02020603050405020304" pitchFamily="18" charset="0"/>
                <a:cs typeface="Times New Roman" panose="02020603050405020304" pitchFamily="18" charset="0"/>
                <a:sym typeface="+mn-ea"/>
              </a:rPr>
              <a:t>Tổng kết và đánh giá</a:t>
            </a:r>
          </a:p>
        </p:txBody>
      </p:sp>
      <p:sp>
        <p:nvSpPr>
          <p:cNvPr id="3" name="TextBox 2">
            <a:extLst>
              <a:ext uri="{FF2B5EF4-FFF2-40B4-BE49-F238E27FC236}">
                <a16:creationId xmlns:a16="http://schemas.microsoft.com/office/drawing/2014/main" id="{013A01CA-8E6C-0C25-A15D-B8C7A936B607}"/>
              </a:ext>
            </a:extLst>
          </p:cNvPr>
          <p:cNvSpPr txBox="1"/>
          <p:nvPr/>
        </p:nvSpPr>
        <p:spPr>
          <a:xfrm>
            <a:off x="539750" y="1184991"/>
            <a:ext cx="6815254" cy="1815882"/>
          </a:xfrm>
          <a:prstGeom prst="rect">
            <a:avLst/>
          </a:prstGeom>
          <a:noFill/>
        </p:spPr>
        <p:txBody>
          <a:bodyPr wrap="square">
            <a:spAutoFit/>
          </a:bodyPr>
          <a:lstStyle/>
          <a:p>
            <a:r>
              <a:rPr lang="vi-VN" dirty="0"/>
              <a:t>Dựa trên kết quả thực thi (Tỷ lệ Test Case thất bại là 100%), có thể kết luận rằng cơ chế phòng thủ hiện tại của OWASP Juice Shop rất yếu kém.</a:t>
            </a:r>
          </a:p>
          <a:p>
            <a:pPr>
              <a:buFont typeface="Arial" panose="020B0604020202020204" pitchFamily="34" charset="0"/>
              <a:buChar char="•"/>
            </a:pPr>
            <a:r>
              <a:rPr lang="vi-VN" dirty="0"/>
              <a:t> Với lỗi SQL Injection (A03): Rủi ro ở mức Nghiêm trọng (Critical). Việc cho phép chèn mã độc vào ô đăng nhập có thể dẫn đến hậu quả bị rò rỉ toàn bộ cơ sở dữ liệu khách hàng hoặc hacker chiếm đoạt hệ thống quản trị nội bộ.</a:t>
            </a:r>
          </a:p>
          <a:p>
            <a:pPr>
              <a:buFont typeface="Arial" panose="020B0604020202020204" pitchFamily="34" charset="0"/>
              <a:buChar char="•"/>
            </a:pPr>
            <a:r>
              <a:rPr lang="vi-VN" dirty="0"/>
              <a:t> Với lỗi Broken Access Control (A01): Rủi ro ở mức Lớn (Major). Việc không kiểm tra quyền truy cập ở cấp độ máy chủ (Server-side) khiến các trang thông tin nội bộ (như Score Board) bị phơi bày ra Internet.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38"/>
          <p:cNvSpPr/>
          <p:nvPr/>
        </p:nvSpPr>
        <p:spPr>
          <a:xfrm>
            <a:off x="582618" y="637413"/>
            <a:ext cx="363300" cy="363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176" name="Google Shape;1176;p38"/>
          <p:cNvSpPr/>
          <p:nvPr/>
        </p:nvSpPr>
        <p:spPr>
          <a:xfrm>
            <a:off x="8212043" y="637413"/>
            <a:ext cx="363300" cy="363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179" name="Google Shape;1179;p38"/>
          <p:cNvSpPr txBox="1">
            <a:spLocks noGrp="1"/>
          </p:cNvSpPr>
          <p:nvPr>
            <p:ph type="title" idx="2"/>
          </p:nvPr>
        </p:nvSpPr>
        <p:spPr>
          <a:xfrm>
            <a:off x="1556631" y="556303"/>
            <a:ext cx="5816600" cy="26587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altLang="en-GB" dirty="0">
                <a:latin typeface="Times New Roman" panose="02020603050405020304" pitchFamily="18" charset="0"/>
                <a:cs typeface="Times New Roman" panose="02020603050405020304" pitchFamily="18" charset="0"/>
              </a:rPr>
              <a:t>Cảm ơn quý thầy đã xem bài báo cáo giữa kì của em</a:t>
            </a:r>
          </a:p>
        </p:txBody>
      </p:sp>
      <p:sp>
        <p:nvSpPr>
          <p:cNvPr id="1183" name="Google Shape;1183;p38"/>
          <p:cNvSpPr/>
          <p:nvPr/>
        </p:nvSpPr>
        <p:spPr>
          <a:xfrm>
            <a:off x="713225" y="2195511"/>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184" name="Google Shape;1184;p38"/>
          <p:cNvGrpSpPr/>
          <p:nvPr/>
        </p:nvGrpSpPr>
        <p:grpSpPr>
          <a:xfrm>
            <a:off x="541705" y="1421418"/>
            <a:ext cx="552408" cy="792759"/>
            <a:chOff x="10519314" y="4728596"/>
            <a:chExt cx="751780" cy="1078731"/>
          </a:xfrm>
        </p:grpSpPr>
        <p:grpSp>
          <p:nvGrpSpPr>
            <p:cNvPr id="1185" name="Google Shape;1185;p38"/>
            <p:cNvGrpSpPr/>
            <p:nvPr/>
          </p:nvGrpSpPr>
          <p:grpSpPr>
            <a:xfrm>
              <a:off x="10519314" y="4728596"/>
              <a:ext cx="626662" cy="1078731"/>
              <a:chOff x="10519314" y="4728596"/>
              <a:chExt cx="626662" cy="1078731"/>
            </a:xfrm>
          </p:grpSpPr>
          <p:grpSp>
            <p:nvGrpSpPr>
              <p:cNvPr id="1186" name="Google Shape;1186;p38"/>
              <p:cNvGrpSpPr/>
              <p:nvPr/>
            </p:nvGrpSpPr>
            <p:grpSpPr>
              <a:xfrm>
                <a:off x="10903220" y="4888205"/>
                <a:ext cx="242756" cy="919122"/>
                <a:chOff x="10903220" y="4888205"/>
                <a:chExt cx="242756" cy="919122"/>
              </a:xfrm>
            </p:grpSpPr>
            <p:sp>
              <p:nvSpPr>
                <p:cNvPr id="1187" name="Google Shape;1187;p38"/>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88" name="Google Shape;1188;p38"/>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89" name="Google Shape;1189;p38"/>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190" name="Google Shape;1190;p38"/>
                <p:cNvGrpSpPr/>
                <p:nvPr/>
              </p:nvGrpSpPr>
              <p:grpSpPr>
                <a:xfrm>
                  <a:off x="11014221" y="5588618"/>
                  <a:ext cx="100021" cy="114784"/>
                  <a:chOff x="11014221" y="5588618"/>
                  <a:chExt cx="100021" cy="114784"/>
                </a:xfrm>
              </p:grpSpPr>
              <p:sp>
                <p:nvSpPr>
                  <p:cNvPr id="1191" name="Google Shape;1191;p38"/>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2" name="Google Shape;1192;p38"/>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3" name="Google Shape;1193;p38"/>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4" name="Google Shape;1194;p38"/>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195" name="Google Shape;1195;p38"/>
              <p:cNvGrpSpPr/>
              <p:nvPr/>
            </p:nvGrpSpPr>
            <p:grpSpPr>
              <a:xfrm>
                <a:off x="10718623" y="4728596"/>
                <a:ext cx="229169" cy="1075979"/>
                <a:chOff x="10718623" y="4728596"/>
                <a:chExt cx="229169" cy="1075979"/>
              </a:xfrm>
            </p:grpSpPr>
            <p:sp>
              <p:nvSpPr>
                <p:cNvPr id="1196" name="Google Shape;1196;p38"/>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97" name="Google Shape;1197;p38"/>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198" name="Google Shape;1198;p38"/>
                <p:cNvGrpSpPr/>
                <p:nvPr/>
              </p:nvGrpSpPr>
              <p:grpSpPr>
                <a:xfrm>
                  <a:off x="10765015" y="5040134"/>
                  <a:ext cx="116314" cy="49775"/>
                  <a:chOff x="10765015" y="5040134"/>
                  <a:chExt cx="116314" cy="49775"/>
                </a:xfrm>
              </p:grpSpPr>
              <p:sp>
                <p:nvSpPr>
                  <p:cNvPr id="1199" name="Google Shape;1199;p38"/>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0" name="Google Shape;1200;p38"/>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01" name="Google Shape;1201;p38"/>
                <p:cNvGrpSpPr/>
                <p:nvPr/>
              </p:nvGrpSpPr>
              <p:grpSpPr>
                <a:xfrm>
                  <a:off x="10784825" y="5436314"/>
                  <a:ext cx="116414" cy="49961"/>
                  <a:chOff x="10784825" y="5436314"/>
                  <a:chExt cx="116414" cy="49961"/>
                </a:xfrm>
              </p:grpSpPr>
              <p:sp>
                <p:nvSpPr>
                  <p:cNvPr id="1202" name="Google Shape;1202;p38"/>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3" name="Google Shape;1203;p38"/>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204" name="Google Shape;1204;p38"/>
              <p:cNvGrpSpPr/>
              <p:nvPr/>
            </p:nvGrpSpPr>
            <p:grpSpPr>
              <a:xfrm>
                <a:off x="10519314" y="4813458"/>
                <a:ext cx="202120" cy="992123"/>
                <a:chOff x="10519314" y="4813458"/>
                <a:chExt cx="202120" cy="992123"/>
              </a:xfrm>
            </p:grpSpPr>
            <p:sp>
              <p:nvSpPr>
                <p:cNvPr id="1205" name="Google Shape;1205;p38"/>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6" name="Google Shape;1206;p38"/>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207" name="Google Shape;1207;p38"/>
                <p:cNvGrpSpPr/>
                <p:nvPr/>
              </p:nvGrpSpPr>
              <p:grpSpPr>
                <a:xfrm>
                  <a:off x="10556176" y="5465730"/>
                  <a:ext cx="128397" cy="44196"/>
                  <a:chOff x="10556176" y="5465730"/>
                  <a:chExt cx="128397" cy="44196"/>
                </a:xfrm>
              </p:grpSpPr>
              <p:sp>
                <p:nvSpPr>
                  <p:cNvPr id="1208" name="Google Shape;1208;p38"/>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9" name="Google Shape;1209;p38"/>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10" name="Google Shape;1210;p38"/>
                <p:cNvGrpSpPr/>
                <p:nvPr/>
              </p:nvGrpSpPr>
              <p:grpSpPr>
                <a:xfrm>
                  <a:off x="10556176" y="5689187"/>
                  <a:ext cx="128397" cy="44196"/>
                  <a:chOff x="10556176" y="5689187"/>
                  <a:chExt cx="128397" cy="44196"/>
                </a:xfrm>
              </p:grpSpPr>
              <p:sp>
                <p:nvSpPr>
                  <p:cNvPr id="1211" name="Google Shape;1211;p38"/>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12" name="Google Shape;1212;p38"/>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grpSp>
          <p:nvGrpSpPr>
            <p:cNvPr id="1213" name="Google Shape;1213;p38"/>
            <p:cNvGrpSpPr/>
            <p:nvPr/>
          </p:nvGrpSpPr>
          <p:grpSpPr>
            <a:xfrm>
              <a:off x="11058042" y="5088325"/>
              <a:ext cx="213052" cy="717953"/>
              <a:chOff x="11058042" y="5088325"/>
              <a:chExt cx="213052" cy="717953"/>
            </a:xfrm>
          </p:grpSpPr>
          <p:sp>
            <p:nvSpPr>
              <p:cNvPr id="1214" name="Google Shape;1214;p38"/>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15" name="Google Shape;1215;p38"/>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216" name="Google Shape;1216;p38"/>
          <p:cNvGrpSpPr/>
          <p:nvPr/>
        </p:nvGrpSpPr>
        <p:grpSpPr>
          <a:xfrm>
            <a:off x="580759" y="539494"/>
            <a:ext cx="426307" cy="643642"/>
            <a:chOff x="10572463" y="3528536"/>
            <a:chExt cx="580168" cy="875823"/>
          </a:xfrm>
        </p:grpSpPr>
        <p:grpSp>
          <p:nvGrpSpPr>
            <p:cNvPr id="1217" name="Google Shape;1217;p38"/>
            <p:cNvGrpSpPr/>
            <p:nvPr/>
          </p:nvGrpSpPr>
          <p:grpSpPr>
            <a:xfrm>
              <a:off x="10713815" y="3528536"/>
              <a:ext cx="438816" cy="746664"/>
              <a:chOff x="10713815" y="3528536"/>
              <a:chExt cx="438816" cy="746664"/>
            </a:xfrm>
          </p:grpSpPr>
          <p:sp>
            <p:nvSpPr>
              <p:cNvPr id="1218" name="Google Shape;1218;p38"/>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219" name="Google Shape;1219;p38"/>
              <p:cNvGrpSpPr/>
              <p:nvPr/>
            </p:nvGrpSpPr>
            <p:grpSpPr>
              <a:xfrm>
                <a:off x="10776489" y="3625310"/>
                <a:ext cx="313848" cy="288226"/>
                <a:chOff x="10776489" y="3625310"/>
                <a:chExt cx="313848" cy="288226"/>
              </a:xfrm>
            </p:grpSpPr>
            <p:sp>
              <p:nvSpPr>
                <p:cNvPr id="1220" name="Google Shape;1220;p38"/>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1" name="Google Shape;1221;p38"/>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2" name="Google Shape;1222;p38"/>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3" name="Google Shape;1223;p38"/>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4" name="Google Shape;1224;p38"/>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5" name="Google Shape;1225;p38"/>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26" name="Google Shape;1226;p38"/>
              <p:cNvGrpSpPr/>
              <p:nvPr/>
            </p:nvGrpSpPr>
            <p:grpSpPr>
              <a:xfrm>
                <a:off x="10776489" y="3999547"/>
                <a:ext cx="313848" cy="181546"/>
                <a:chOff x="10776489" y="3999547"/>
                <a:chExt cx="313848" cy="181546"/>
              </a:xfrm>
            </p:grpSpPr>
            <p:sp>
              <p:nvSpPr>
                <p:cNvPr id="1227" name="Google Shape;1227;p38"/>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8" name="Google Shape;1228;p38"/>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9" name="Google Shape;1229;p38"/>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0" name="Google Shape;1230;p38"/>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231" name="Google Shape;1231;p38"/>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32" name="Google Shape;1232;p38"/>
            <p:cNvGrpSpPr/>
            <p:nvPr/>
          </p:nvGrpSpPr>
          <p:grpSpPr>
            <a:xfrm>
              <a:off x="10572463" y="3657790"/>
              <a:ext cx="438817" cy="746569"/>
              <a:chOff x="10572463" y="3657790"/>
              <a:chExt cx="438817" cy="746569"/>
            </a:xfrm>
          </p:grpSpPr>
          <p:sp>
            <p:nvSpPr>
              <p:cNvPr id="1233" name="Google Shape;1233;p38"/>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234" name="Google Shape;1234;p38"/>
              <p:cNvGrpSpPr/>
              <p:nvPr/>
            </p:nvGrpSpPr>
            <p:grpSpPr>
              <a:xfrm>
                <a:off x="10635138" y="3754469"/>
                <a:ext cx="313848" cy="288321"/>
                <a:chOff x="10635138" y="3754469"/>
                <a:chExt cx="313848" cy="288321"/>
              </a:xfrm>
            </p:grpSpPr>
            <p:sp>
              <p:nvSpPr>
                <p:cNvPr id="1235" name="Google Shape;1235;p38"/>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6" name="Google Shape;1236;p38"/>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7" name="Google Shape;1237;p38"/>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8" name="Google Shape;1238;p38"/>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9" name="Google Shape;1239;p38"/>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0" name="Google Shape;1240;p38"/>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41" name="Google Shape;1241;p38"/>
              <p:cNvGrpSpPr/>
              <p:nvPr/>
            </p:nvGrpSpPr>
            <p:grpSpPr>
              <a:xfrm>
                <a:off x="10635138" y="4128801"/>
                <a:ext cx="313848" cy="181547"/>
                <a:chOff x="10635138" y="4128801"/>
                <a:chExt cx="313848" cy="181547"/>
              </a:xfrm>
            </p:grpSpPr>
            <p:sp>
              <p:nvSpPr>
                <p:cNvPr id="1242" name="Google Shape;1242;p38"/>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3" name="Google Shape;1243;p38"/>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4" name="Google Shape;1244;p38"/>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5" name="Google Shape;1245;p38"/>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246" name="Google Shape;1246;p38"/>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247" name="Google Shape;1247;p38"/>
          <p:cNvGrpSpPr/>
          <p:nvPr/>
        </p:nvGrpSpPr>
        <p:grpSpPr>
          <a:xfrm>
            <a:off x="755174" y="1181737"/>
            <a:ext cx="18197" cy="243247"/>
            <a:chOff x="10809827" y="4402455"/>
            <a:chExt cx="24764" cy="330993"/>
          </a:xfrm>
        </p:grpSpPr>
        <p:sp>
          <p:nvSpPr>
            <p:cNvPr id="1248" name="Google Shape;1248;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9" name="Google Shape;1249;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0" name="Google Shape;1250;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51" name="Google Shape;1251;p38"/>
          <p:cNvGrpSpPr/>
          <p:nvPr/>
        </p:nvGrpSpPr>
        <p:grpSpPr>
          <a:xfrm>
            <a:off x="7595314" y="1536380"/>
            <a:ext cx="363177" cy="451073"/>
            <a:chOff x="7385113" y="1535430"/>
            <a:chExt cx="435673" cy="541115"/>
          </a:xfrm>
        </p:grpSpPr>
        <p:sp>
          <p:nvSpPr>
            <p:cNvPr id="1252" name="Google Shape;1252;p3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253" name="Google Shape;1253;p38"/>
            <p:cNvGrpSpPr/>
            <p:nvPr/>
          </p:nvGrpSpPr>
          <p:grpSpPr>
            <a:xfrm>
              <a:off x="7612094" y="1566576"/>
              <a:ext cx="164781" cy="41529"/>
              <a:chOff x="7612094" y="1566576"/>
              <a:chExt cx="164781" cy="41529"/>
            </a:xfrm>
          </p:grpSpPr>
          <p:sp>
            <p:nvSpPr>
              <p:cNvPr id="1254" name="Google Shape;1254;p3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5" name="Google Shape;1255;p3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6" name="Google Shape;1256;p3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257" name="Google Shape;1257;p38"/>
          <p:cNvGrpSpPr/>
          <p:nvPr/>
        </p:nvGrpSpPr>
        <p:grpSpPr>
          <a:xfrm>
            <a:off x="7624772" y="1623323"/>
            <a:ext cx="299338" cy="313076"/>
            <a:chOff x="7420451" y="1639728"/>
            <a:chExt cx="359091" cy="375571"/>
          </a:xfrm>
        </p:grpSpPr>
        <p:sp>
          <p:nvSpPr>
            <p:cNvPr id="1258" name="Google Shape;1258;p3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9" name="Google Shape;1259;p3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60" name="Google Shape;1260;p38"/>
          <p:cNvGrpSpPr/>
          <p:nvPr/>
        </p:nvGrpSpPr>
        <p:grpSpPr>
          <a:xfrm>
            <a:off x="8216550" y="1526835"/>
            <a:ext cx="396068" cy="717683"/>
            <a:chOff x="1945386" y="5582316"/>
            <a:chExt cx="470725" cy="852963"/>
          </a:xfrm>
        </p:grpSpPr>
        <p:grpSp>
          <p:nvGrpSpPr>
            <p:cNvPr id="1261" name="Google Shape;1261;p38"/>
            <p:cNvGrpSpPr/>
            <p:nvPr/>
          </p:nvGrpSpPr>
          <p:grpSpPr>
            <a:xfrm>
              <a:off x="1945386" y="5582316"/>
              <a:ext cx="470725" cy="852963"/>
              <a:chOff x="1945386" y="5582316"/>
              <a:chExt cx="470725" cy="852963"/>
            </a:xfrm>
          </p:grpSpPr>
          <p:sp>
            <p:nvSpPr>
              <p:cNvPr id="1262" name="Google Shape;1262;p38"/>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63" name="Google Shape;1263;p38"/>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1264" name="Google Shape;1264;p38"/>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65" name="Google Shape;1265;p38"/>
          <p:cNvGrpSpPr/>
          <p:nvPr/>
        </p:nvGrpSpPr>
        <p:grpSpPr>
          <a:xfrm>
            <a:off x="7883601" y="539492"/>
            <a:ext cx="1061979" cy="558999"/>
            <a:chOff x="3859815" y="2867310"/>
            <a:chExt cx="1262157" cy="664368"/>
          </a:xfrm>
        </p:grpSpPr>
        <p:sp>
          <p:nvSpPr>
            <p:cNvPr id="1266" name="Google Shape;1266;p38"/>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1267" name="Google Shape;1267;p38"/>
            <p:cNvGrpSpPr/>
            <p:nvPr/>
          </p:nvGrpSpPr>
          <p:grpSpPr>
            <a:xfrm>
              <a:off x="4275677" y="3065525"/>
              <a:ext cx="334517" cy="380047"/>
              <a:chOff x="4275677" y="3065525"/>
              <a:chExt cx="334517" cy="380047"/>
            </a:xfrm>
          </p:grpSpPr>
          <p:grpSp>
            <p:nvGrpSpPr>
              <p:cNvPr id="1268" name="Google Shape;1268;p38"/>
              <p:cNvGrpSpPr/>
              <p:nvPr/>
            </p:nvGrpSpPr>
            <p:grpSpPr>
              <a:xfrm>
                <a:off x="4275677" y="3065525"/>
                <a:ext cx="334517" cy="380047"/>
                <a:chOff x="4275677" y="3065525"/>
                <a:chExt cx="334517" cy="380047"/>
              </a:xfrm>
            </p:grpSpPr>
            <p:grpSp>
              <p:nvGrpSpPr>
                <p:cNvPr id="1269" name="Google Shape;1269;p38"/>
                <p:cNvGrpSpPr/>
                <p:nvPr/>
              </p:nvGrpSpPr>
              <p:grpSpPr>
                <a:xfrm>
                  <a:off x="4275677" y="3301269"/>
                  <a:ext cx="334422" cy="144303"/>
                  <a:chOff x="4275677" y="3301269"/>
                  <a:chExt cx="334422" cy="144303"/>
                </a:xfrm>
              </p:grpSpPr>
              <p:sp>
                <p:nvSpPr>
                  <p:cNvPr id="1270" name="Google Shape;1270;p38"/>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1" name="Google Shape;1271;p38"/>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72" name="Google Shape;1272;p38"/>
                <p:cNvGrpSpPr/>
                <p:nvPr/>
              </p:nvGrpSpPr>
              <p:grpSpPr>
                <a:xfrm>
                  <a:off x="4275677" y="3183350"/>
                  <a:ext cx="334422" cy="144302"/>
                  <a:chOff x="4275677" y="3183350"/>
                  <a:chExt cx="334422" cy="144302"/>
                </a:xfrm>
              </p:grpSpPr>
              <p:sp>
                <p:nvSpPr>
                  <p:cNvPr id="1273" name="Google Shape;1273;p38"/>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4" name="Google Shape;1274;p38"/>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75" name="Google Shape;1275;p38"/>
                <p:cNvGrpSpPr/>
                <p:nvPr/>
              </p:nvGrpSpPr>
              <p:grpSpPr>
                <a:xfrm>
                  <a:off x="4275677" y="3065525"/>
                  <a:ext cx="334517" cy="144303"/>
                  <a:chOff x="4275677" y="3065525"/>
                  <a:chExt cx="334517" cy="144303"/>
                </a:xfrm>
              </p:grpSpPr>
              <p:sp>
                <p:nvSpPr>
                  <p:cNvPr id="1276" name="Google Shape;1276;p38"/>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7" name="Google Shape;1277;p38"/>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sp>
            <p:nvSpPr>
              <p:cNvPr id="1278" name="Google Shape;1278;p38"/>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9" name="Google Shape;1279;p38"/>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0" name="Google Shape;1280;p38"/>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grpSp>
        <p:nvGrpSpPr>
          <p:cNvPr id="1281" name="Google Shape;1281;p38"/>
          <p:cNvGrpSpPr/>
          <p:nvPr/>
        </p:nvGrpSpPr>
        <p:grpSpPr>
          <a:xfrm>
            <a:off x="8377144" y="1093568"/>
            <a:ext cx="33124" cy="442802"/>
            <a:chOff x="10809827" y="4402455"/>
            <a:chExt cx="24764" cy="330993"/>
          </a:xfrm>
        </p:grpSpPr>
        <p:sp>
          <p:nvSpPr>
            <p:cNvPr id="1282" name="Google Shape;1282;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3" name="Google Shape;1283;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4" name="Google Shape;1284;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285" name="Google Shape;1285;p38"/>
          <p:cNvGrpSpPr/>
          <p:nvPr/>
        </p:nvGrpSpPr>
        <p:grpSpPr>
          <a:xfrm rot="-5400000">
            <a:off x="8079918" y="1536387"/>
            <a:ext cx="18197" cy="243247"/>
            <a:chOff x="10809827" y="4402455"/>
            <a:chExt cx="24764" cy="330993"/>
          </a:xfrm>
        </p:grpSpPr>
        <p:sp>
          <p:nvSpPr>
            <p:cNvPr id="1286" name="Google Shape;1286;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7" name="Google Shape;1287;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8" name="Google Shape;1288;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cxnSp>
        <p:nvCxnSpPr>
          <p:cNvPr id="1289" name="Google Shape;1289;p38"/>
          <p:cNvCxnSpPr>
            <a:stCxn id="1175" idx="0"/>
            <a:endCxn id="1176" idx="0"/>
          </p:cNvCxnSpPr>
          <p:nvPr/>
        </p:nvCxnSpPr>
        <p:spPr>
          <a:xfrm rot="-5400000" flipH="1">
            <a:off x="4578618" y="-3176937"/>
            <a:ext cx="600" cy="7629300"/>
          </a:xfrm>
          <a:prstGeom prst="bentConnector3">
            <a:avLst>
              <a:gd name="adj1" fmla="val -73522917"/>
            </a:avLst>
          </a:prstGeom>
          <a:noFill/>
          <a:ln w="19050" cap="flat" cmpd="sng">
            <a:solidFill>
              <a:schemeClr val="accent4"/>
            </a:solidFill>
            <a:prstDash val="dashDot"/>
            <a:round/>
            <a:headEnd type="oval" w="med" len="med"/>
            <a:tailEnd type="oval" w="med" len="med"/>
          </a:ln>
        </p:spPr>
      </p:cxn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1132</Words>
  <Application>Microsoft Office PowerPoint</Application>
  <PresentationFormat>On-screen Show (16:9)</PresentationFormat>
  <Paragraphs>90</Paragraphs>
  <Slides>9</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Times New Roman</vt:lpstr>
      <vt:lpstr>Raleway</vt:lpstr>
      <vt:lpstr>Open Sans</vt:lpstr>
      <vt:lpstr>Lato</vt:lpstr>
      <vt:lpstr>Arial</vt:lpstr>
      <vt:lpstr>Epilogue</vt:lpstr>
      <vt:lpstr>Calibri</vt:lpstr>
      <vt:lpstr>PT Sans</vt:lpstr>
      <vt:lpstr>Nunito Light</vt:lpstr>
      <vt:lpstr>Multimedia Software Pitch Deck by Slidesgo</vt:lpstr>
      <vt:lpstr>PowerPoint Presentation</vt:lpstr>
      <vt:lpstr>PHẦN 1: TỔNG QUAN DỰ ÁN</vt:lpstr>
      <vt:lpstr>PowerPoint Presentation</vt:lpstr>
      <vt:lpstr>PHẦN 3: KẾ HOẠCH KIỂM THỬ</vt:lpstr>
      <vt:lpstr>PHẦN 4: THIẾT KẾ CA KIỂM THỬ</vt:lpstr>
      <vt:lpstr>PowerPoint Presentation</vt:lpstr>
      <vt:lpstr>PowerPoint Presentation</vt:lpstr>
      <vt:lpstr>PowerPoint Presentation</vt:lpstr>
      <vt:lpstr>Cảm ơn quý thầy đã xem bài báo cáo giữa kì của 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Vĩ Hoàng</cp:lastModifiedBy>
  <cp:revision>13</cp:revision>
  <dcterms:created xsi:type="dcterms:W3CDTF">2025-11-30T12:15:00Z</dcterms:created>
  <dcterms:modified xsi:type="dcterms:W3CDTF">2026-03-17T08:16:38Z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4A55E50588524DCB8F170CD3847CA92F_12</vt:lpwstr>
  </property>
  <property fmtid="{D5CDD505-2E9C-101B-9397-08002B2CF9AE}" pid="3" name="KSOProductBuildVer">
    <vt:lpwstr>1033-12.2.0.22530</vt:lpwstr>
  </property>
</Properties>
</file>